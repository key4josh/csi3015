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47" r:id="rId1"/>
  </p:sldMasterIdLst>
  <p:sldIdLst>
    <p:sldId id="257" r:id="rId2"/>
    <p:sldId id="258" r:id="rId3"/>
    <p:sldId id="259" r:id="rId4"/>
    <p:sldId id="260" r:id="rId5"/>
    <p:sldId id="262" r:id="rId6"/>
    <p:sldId id="263" r:id="rId7"/>
    <p:sldId id="267" r:id="rId8"/>
    <p:sldId id="264" r:id="rId9"/>
    <p:sldId id="265" r:id="rId10"/>
    <p:sldId id="266" r:id="rId11"/>
    <p:sldId id="270" r:id="rId12"/>
    <p:sldId id="272" r:id="rId13"/>
    <p:sldId id="271" r:id="rId14"/>
    <p:sldId id="268" r:id="rId15"/>
    <p:sldId id="269" r:id="rId16"/>
  </p:sldIdLst>
  <p:sldSz cx="10693400" cy="7562850"/>
  <p:notesSz cx="10693400" cy="75628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3" d="100"/>
          <a:sy n="53" d="100"/>
        </p:scale>
        <p:origin x="1400"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9900" y="-9338"/>
            <a:ext cx="10723576" cy="7581526"/>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322169" y="2651667"/>
            <a:ext cx="6814024" cy="1815505"/>
          </a:xfrm>
        </p:spPr>
        <p:txBody>
          <a:bodyPr anchor="b">
            <a:noAutofit/>
          </a:bodyPr>
          <a:lstStyle>
            <a:lvl1pPr algn="r">
              <a:defRPr sz="5955">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322169" y="4467170"/>
            <a:ext cx="6814024" cy="1209636"/>
          </a:xfrm>
        </p:spPr>
        <p:txBody>
          <a:bodyPr anchor="t"/>
          <a:lstStyle>
            <a:lvl1pPr marL="0" indent="0" algn="r">
              <a:buNone/>
              <a:defRPr>
                <a:solidFill>
                  <a:schemeClr val="tx1">
                    <a:lumMod val="50000"/>
                    <a:lumOff val="50000"/>
                  </a:schemeClr>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69121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946923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2892" y="2978458"/>
            <a:ext cx="7423300" cy="2014313"/>
          </a:xfrm>
        </p:spPr>
        <p:txBody>
          <a:bodyPr anchor="b"/>
          <a:lstStyle>
            <a:lvl1pPr algn="l">
              <a:defRPr sz="4411" b="0" cap="none"/>
            </a:lvl1pPr>
          </a:lstStyle>
          <a:p>
            <a:r>
              <a:rPr lang="en-US"/>
              <a:t>Click to edit Master title style</a:t>
            </a:r>
            <a:endParaRPr lang="en-US" dirty="0"/>
          </a:p>
        </p:txBody>
      </p:sp>
      <p:sp>
        <p:nvSpPr>
          <p:cNvPr id="3" name="Text Placeholder 2"/>
          <p:cNvSpPr>
            <a:spLocks noGrp="1"/>
          </p:cNvSpPr>
          <p:nvPr>
            <p:ph type="body" idx="1"/>
          </p:nvPr>
        </p:nvSpPr>
        <p:spPr>
          <a:xfrm>
            <a:off x="712892" y="4992769"/>
            <a:ext cx="7423300" cy="948830"/>
          </a:xfrm>
        </p:spPr>
        <p:txBody>
          <a:bodyPr anchor="t"/>
          <a:lstStyle>
            <a:lvl1pPr marL="0" indent="0" algn="l">
              <a:buNone/>
              <a:defRPr sz="2206">
                <a:solidFill>
                  <a:schemeClr val="tx1">
                    <a:lumMod val="50000"/>
                    <a:lumOff val="50000"/>
                  </a:schemeClr>
                </a:solidFill>
              </a:defRPr>
            </a:lvl1pPr>
            <a:lvl2pPr marL="504200" indent="0">
              <a:buNone/>
              <a:defRPr sz="1985">
                <a:solidFill>
                  <a:schemeClr val="tx1">
                    <a:tint val="75000"/>
                  </a:schemeClr>
                </a:solidFill>
              </a:defRPr>
            </a:lvl2pPr>
            <a:lvl3pPr marL="1008400" indent="0">
              <a:buNone/>
              <a:defRPr sz="1764">
                <a:solidFill>
                  <a:schemeClr val="tx1">
                    <a:tint val="75000"/>
                  </a:schemeClr>
                </a:solidFill>
              </a:defRPr>
            </a:lvl3pPr>
            <a:lvl4pPr marL="1512600" indent="0">
              <a:buNone/>
              <a:defRPr sz="1544">
                <a:solidFill>
                  <a:schemeClr val="tx1">
                    <a:tint val="75000"/>
                  </a:schemeClr>
                </a:solidFill>
              </a:defRPr>
            </a:lvl4pPr>
            <a:lvl5pPr marL="2016801" indent="0">
              <a:buNone/>
              <a:defRPr sz="1544">
                <a:solidFill>
                  <a:schemeClr val="tx1">
                    <a:tint val="75000"/>
                  </a:schemeClr>
                </a:solidFill>
              </a:defRPr>
            </a:lvl5pPr>
            <a:lvl6pPr marL="2521001" indent="0">
              <a:buNone/>
              <a:defRPr sz="1544">
                <a:solidFill>
                  <a:schemeClr val="tx1">
                    <a:tint val="75000"/>
                  </a:schemeClr>
                </a:solidFill>
              </a:defRPr>
            </a:lvl6pPr>
            <a:lvl7pPr marL="3025201" indent="0">
              <a:buNone/>
              <a:defRPr sz="1544">
                <a:solidFill>
                  <a:schemeClr val="tx1">
                    <a:tint val="75000"/>
                  </a:schemeClr>
                </a:solidFill>
              </a:defRPr>
            </a:lvl7pPr>
            <a:lvl8pPr marL="3529401" indent="0">
              <a:buNone/>
              <a:defRPr sz="1544">
                <a:solidFill>
                  <a:schemeClr val="tx1">
                    <a:tint val="75000"/>
                  </a:schemeClr>
                </a:solidFill>
              </a:defRPr>
            </a:lvl8pPr>
            <a:lvl9pPr marL="4033601" indent="0">
              <a:buNone/>
              <a:defRPr sz="15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284566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12893" y="672253"/>
            <a:ext cx="7423299" cy="14565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12894" y="2382650"/>
            <a:ext cx="3611372" cy="4279629"/>
          </a:xfrm>
        </p:spPr>
        <p:txBody>
          <a:bodyPr>
            <a:normAutofit/>
          </a:bodyPr>
          <a:lstStyle>
            <a:lvl1pPr>
              <a:defRPr sz="1985"/>
            </a:lvl1pPr>
            <a:lvl2pPr>
              <a:defRPr sz="1764"/>
            </a:lvl2pPr>
            <a:lvl3pPr>
              <a:defRPr sz="1544"/>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24819" y="2382651"/>
            <a:ext cx="3611373" cy="4279630"/>
          </a:xfrm>
        </p:spPr>
        <p:txBody>
          <a:bodyPr>
            <a:normAutofit/>
          </a:bodyPr>
          <a:lstStyle>
            <a:lvl1pPr>
              <a:defRPr sz="1985"/>
            </a:lvl1pPr>
            <a:lvl2pPr>
              <a:defRPr sz="1764"/>
            </a:lvl2pPr>
            <a:lvl3pPr>
              <a:defRPr sz="1544"/>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80596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2893" y="672253"/>
            <a:ext cx="7423298" cy="1456549"/>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12892" y="2383084"/>
            <a:ext cx="3614369" cy="635489"/>
          </a:xfrm>
        </p:spPr>
        <p:txBody>
          <a:bodyPr anchor="b">
            <a:noAutofit/>
          </a:bodyPr>
          <a:lstStyle>
            <a:lvl1pPr marL="0" indent="0">
              <a:buNone/>
              <a:defRPr sz="2647" b="0"/>
            </a:lvl1pPr>
            <a:lvl2pPr marL="504200" indent="0">
              <a:buNone/>
              <a:defRPr sz="2206" b="1"/>
            </a:lvl2pPr>
            <a:lvl3pPr marL="1008400" indent="0">
              <a:buNone/>
              <a:defRPr sz="1985" b="1"/>
            </a:lvl3pPr>
            <a:lvl4pPr marL="1512600" indent="0">
              <a:buNone/>
              <a:defRPr sz="1764" b="1"/>
            </a:lvl4pPr>
            <a:lvl5pPr marL="2016801" indent="0">
              <a:buNone/>
              <a:defRPr sz="1764" b="1"/>
            </a:lvl5pPr>
            <a:lvl6pPr marL="2521001" indent="0">
              <a:buNone/>
              <a:defRPr sz="1764" b="1"/>
            </a:lvl6pPr>
            <a:lvl7pPr marL="3025201" indent="0">
              <a:buNone/>
              <a:defRPr sz="1764" b="1"/>
            </a:lvl7pPr>
            <a:lvl8pPr marL="3529401" indent="0">
              <a:buNone/>
              <a:defRPr sz="1764" b="1"/>
            </a:lvl8pPr>
            <a:lvl9pPr marL="4033601" indent="0">
              <a:buNone/>
              <a:defRPr sz="1764" b="1"/>
            </a:lvl9pPr>
          </a:lstStyle>
          <a:p>
            <a:pPr lvl="0"/>
            <a:r>
              <a:rPr lang="en-US"/>
              <a:t>Click to edit Master text styles</a:t>
            </a:r>
          </a:p>
        </p:txBody>
      </p:sp>
      <p:sp>
        <p:nvSpPr>
          <p:cNvPr id="4" name="Content Placeholder 3"/>
          <p:cNvSpPr>
            <a:spLocks noGrp="1"/>
          </p:cNvSpPr>
          <p:nvPr>
            <p:ph sz="half" idx="2"/>
          </p:nvPr>
        </p:nvSpPr>
        <p:spPr>
          <a:xfrm>
            <a:off x="712892" y="3018575"/>
            <a:ext cx="3614369" cy="364370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21821" y="2383084"/>
            <a:ext cx="3614369" cy="635489"/>
          </a:xfrm>
        </p:spPr>
        <p:txBody>
          <a:bodyPr anchor="b">
            <a:noAutofit/>
          </a:bodyPr>
          <a:lstStyle>
            <a:lvl1pPr marL="0" indent="0">
              <a:buNone/>
              <a:defRPr sz="2647" b="0"/>
            </a:lvl1pPr>
            <a:lvl2pPr marL="504200" indent="0">
              <a:buNone/>
              <a:defRPr sz="2206" b="1"/>
            </a:lvl2pPr>
            <a:lvl3pPr marL="1008400" indent="0">
              <a:buNone/>
              <a:defRPr sz="1985" b="1"/>
            </a:lvl3pPr>
            <a:lvl4pPr marL="1512600" indent="0">
              <a:buNone/>
              <a:defRPr sz="1764" b="1"/>
            </a:lvl4pPr>
            <a:lvl5pPr marL="2016801" indent="0">
              <a:buNone/>
              <a:defRPr sz="1764" b="1"/>
            </a:lvl5pPr>
            <a:lvl6pPr marL="2521001" indent="0">
              <a:buNone/>
              <a:defRPr sz="1764" b="1"/>
            </a:lvl6pPr>
            <a:lvl7pPr marL="3025201" indent="0">
              <a:buNone/>
              <a:defRPr sz="1764" b="1"/>
            </a:lvl7pPr>
            <a:lvl8pPr marL="3529401" indent="0">
              <a:buNone/>
              <a:defRPr sz="1764" b="1"/>
            </a:lvl8pPr>
            <a:lvl9pPr marL="4033601"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521821" y="3018575"/>
            <a:ext cx="3614369" cy="364370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411143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2892" y="672253"/>
            <a:ext cx="7423299" cy="14565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76452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66533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2892" y="1652627"/>
            <a:ext cx="3262963" cy="1409864"/>
          </a:xfrm>
        </p:spPr>
        <p:txBody>
          <a:bodyPr anchor="b">
            <a:normAutofit/>
          </a:bodyPr>
          <a:lstStyle>
            <a:lvl1pPr>
              <a:defRPr sz="2206"/>
            </a:lvl1pPr>
          </a:lstStyle>
          <a:p>
            <a:r>
              <a:rPr lang="en-US"/>
              <a:t>Click to edit Master title style</a:t>
            </a:r>
            <a:endParaRPr lang="en-US" dirty="0"/>
          </a:p>
        </p:txBody>
      </p:sp>
      <p:sp>
        <p:nvSpPr>
          <p:cNvPr id="3" name="Content Placeholder 2"/>
          <p:cNvSpPr>
            <a:spLocks noGrp="1"/>
          </p:cNvSpPr>
          <p:nvPr>
            <p:ph idx="1"/>
          </p:nvPr>
        </p:nvSpPr>
        <p:spPr>
          <a:xfrm>
            <a:off x="4176408" y="567848"/>
            <a:ext cx="3959782" cy="609443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2892" y="3062490"/>
            <a:ext cx="3262963" cy="2850073"/>
          </a:xfrm>
        </p:spPr>
        <p:txBody>
          <a:bodyPr>
            <a:normAutofit/>
          </a:bodyPr>
          <a:lstStyle>
            <a:lvl1pPr marL="0" indent="0">
              <a:buNone/>
              <a:defRPr sz="1544"/>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887938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2892" y="5293995"/>
            <a:ext cx="7423299" cy="624986"/>
          </a:xfrm>
        </p:spPr>
        <p:txBody>
          <a:bodyPr anchor="b">
            <a:normAutofit/>
          </a:bodyPr>
          <a:lstStyle>
            <a:lvl1pPr algn="l">
              <a:defRPr sz="2647"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12892" y="672254"/>
            <a:ext cx="7423299" cy="4240972"/>
          </a:xfrm>
        </p:spPr>
        <p:txBody>
          <a:bodyPr anchor="t">
            <a:normAutofit/>
          </a:bodyPr>
          <a:lstStyle>
            <a:lvl1pPr marL="0" indent="0" algn="ctr">
              <a:buNone/>
              <a:defRPr sz="1764"/>
            </a:lvl1pPr>
            <a:lvl2pPr marL="504200" indent="0">
              <a:buNone/>
              <a:defRPr sz="1764"/>
            </a:lvl2pPr>
            <a:lvl3pPr marL="1008400" indent="0">
              <a:buNone/>
              <a:defRPr sz="1764"/>
            </a:lvl3pPr>
            <a:lvl4pPr marL="1512600" indent="0">
              <a:buNone/>
              <a:defRPr sz="1764"/>
            </a:lvl4pPr>
            <a:lvl5pPr marL="2016801" indent="0">
              <a:buNone/>
              <a:defRPr sz="1764"/>
            </a:lvl5pPr>
            <a:lvl6pPr marL="2521001" indent="0">
              <a:buNone/>
              <a:defRPr sz="1764"/>
            </a:lvl6pPr>
            <a:lvl7pPr marL="3025201" indent="0">
              <a:buNone/>
              <a:defRPr sz="1764"/>
            </a:lvl7pPr>
            <a:lvl8pPr marL="3529401" indent="0">
              <a:buNone/>
              <a:defRPr sz="1764"/>
            </a:lvl8pPr>
            <a:lvl9pPr marL="4033601" indent="0">
              <a:buNone/>
              <a:defRPr sz="1764"/>
            </a:lvl9pPr>
          </a:lstStyle>
          <a:p>
            <a:r>
              <a:rPr lang="en-US"/>
              <a:t>Click icon to add picture</a:t>
            </a:r>
            <a:endParaRPr lang="en-US" dirty="0"/>
          </a:p>
        </p:txBody>
      </p:sp>
      <p:sp>
        <p:nvSpPr>
          <p:cNvPr id="4" name="Text Placeholder 3"/>
          <p:cNvSpPr>
            <a:spLocks noGrp="1"/>
          </p:cNvSpPr>
          <p:nvPr>
            <p:ph type="body" sz="half" idx="2"/>
          </p:nvPr>
        </p:nvSpPr>
        <p:spPr>
          <a:xfrm>
            <a:off x="712892" y="5918981"/>
            <a:ext cx="7423299" cy="743299"/>
          </a:xfrm>
        </p:spPr>
        <p:txBody>
          <a:bodyPr>
            <a:normAutofit/>
          </a:bodyPr>
          <a:lstStyle>
            <a:lvl1pPr marL="0" indent="0">
              <a:buNone/>
              <a:defRPr sz="1323"/>
            </a:lvl1pPr>
            <a:lvl2pPr marL="504200" indent="0">
              <a:buNone/>
              <a:defRPr sz="1323"/>
            </a:lvl2pPr>
            <a:lvl3pPr marL="1008400" indent="0">
              <a:buNone/>
              <a:defRPr sz="1103"/>
            </a:lvl3pPr>
            <a:lvl4pPr marL="1512600" indent="0">
              <a:buNone/>
              <a:defRPr sz="993"/>
            </a:lvl4pPr>
            <a:lvl5pPr marL="2016801" indent="0">
              <a:buNone/>
              <a:defRPr sz="993"/>
            </a:lvl5pPr>
            <a:lvl6pPr marL="2521001" indent="0">
              <a:buNone/>
              <a:defRPr sz="993"/>
            </a:lvl6pPr>
            <a:lvl7pPr marL="3025201" indent="0">
              <a:buNone/>
              <a:defRPr sz="993"/>
            </a:lvl7pPr>
            <a:lvl8pPr marL="3529401" indent="0">
              <a:buNone/>
              <a:defRPr sz="993"/>
            </a:lvl8pPr>
            <a:lvl9pPr marL="4033601" indent="0">
              <a:buNone/>
              <a:defRPr sz="993"/>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6125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712893" y="672254"/>
            <a:ext cx="7423299" cy="3753414"/>
          </a:xfrm>
        </p:spPr>
        <p:txBody>
          <a:bodyPr anchor="ctr">
            <a:normAutofit/>
          </a:bodyPr>
          <a:lstStyle>
            <a:lvl1pPr algn="l">
              <a:defRPr sz="4852" b="0" cap="none"/>
            </a:lvl1pPr>
          </a:lstStyle>
          <a:p>
            <a:r>
              <a:rPr lang="en-US"/>
              <a:t>Click to edit Master title style</a:t>
            </a:r>
            <a:endParaRPr lang="en-US" dirty="0"/>
          </a:p>
        </p:txBody>
      </p:sp>
      <p:sp>
        <p:nvSpPr>
          <p:cNvPr id="3" name="Text Placeholder 2"/>
          <p:cNvSpPr>
            <a:spLocks noGrp="1"/>
          </p:cNvSpPr>
          <p:nvPr>
            <p:ph type="body" idx="1"/>
          </p:nvPr>
        </p:nvSpPr>
        <p:spPr>
          <a:xfrm>
            <a:off x="712893" y="4929858"/>
            <a:ext cx="7423299" cy="1732422"/>
          </a:xfrm>
        </p:spPr>
        <p:txBody>
          <a:bodyPr anchor="ctr">
            <a:normAutofit/>
          </a:bodyPr>
          <a:lstStyle>
            <a:lvl1pPr marL="0" indent="0" algn="l">
              <a:buNone/>
              <a:defRPr sz="1985">
                <a:solidFill>
                  <a:schemeClr val="tx1">
                    <a:lumMod val="75000"/>
                    <a:lumOff val="25000"/>
                  </a:schemeClr>
                </a:solidFill>
              </a:defRPr>
            </a:lvl1pPr>
            <a:lvl2pPr marL="504200" indent="0">
              <a:buNone/>
              <a:defRPr sz="1985">
                <a:solidFill>
                  <a:schemeClr val="tx1">
                    <a:tint val="75000"/>
                  </a:schemeClr>
                </a:solidFill>
              </a:defRPr>
            </a:lvl2pPr>
            <a:lvl3pPr marL="1008400" indent="0">
              <a:buNone/>
              <a:defRPr sz="1764">
                <a:solidFill>
                  <a:schemeClr val="tx1">
                    <a:tint val="75000"/>
                  </a:schemeClr>
                </a:solidFill>
              </a:defRPr>
            </a:lvl3pPr>
            <a:lvl4pPr marL="1512600" indent="0">
              <a:buNone/>
              <a:defRPr sz="1544">
                <a:solidFill>
                  <a:schemeClr val="tx1">
                    <a:tint val="75000"/>
                  </a:schemeClr>
                </a:solidFill>
              </a:defRPr>
            </a:lvl4pPr>
            <a:lvl5pPr marL="2016801" indent="0">
              <a:buNone/>
              <a:defRPr sz="1544">
                <a:solidFill>
                  <a:schemeClr val="tx1">
                    <a:tint val="75000"/>
                  </a:schemeClr>
                </a:solidFill>
              </a:defRPr>
            </a:lvl5pPr>
            <a:lvl6pPr marL="2521001" indent="0">
              <a:buNone/>
              <a:defRPr sz="1544">
                <a:solidFill>
                  <a:schemeClr val="tx1">
                    <a:tint val="75000"/>
                  </a:schemeClr>
                </a:solidFill>
              </a:defRPr>
            </a:lvl6pPr>
            <a:lvl7pPr marL="3025201" indent="0">
              <a:buNone/>
              <a:defRPr sz="1544">
                <a:solidFill>
                  <a:schemeClr val="tx1">
                    <a:tint val="75000"/>
                  </a:schemeClr>
                </a:solidFill>
              </a:defRPr>
            </a:lvl7pPr>
            <a:lvl8pPr marL="3529401" indent="0">
              <a:buNone/>
              <a:defRPr sz="1544">
                <a:solidFill>
                  <a:schemeClr val="tx1">
                    <a:tint val="75000"/>
                  </a:schemeClr>
                </a:solidFill>
              </a:defRPr>
            </a:lvl8pPr>
            <a:lvl9pPr marL="4033601" indent="0">
              <a:buNone/>
              <a:defRPr sz="15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662133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06185" y="672253"/>
            <a:ext cx="7101080" cy="3333256"/>
          </a:xfrm>
        </p:spPr>
        <p:txBody>
          <a:bodyPr anchor="ctr">
            <a:normAutofit/>
          </a:bodyPr>
          <a:lstStyle>
            <a:lvl1pPr algn="l">
              <a:defRPr sz="4852"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87645" y="4005510"/>
            <a:ext cx="6338160" cy="420158"/>
          </a:xfrm>
        </p:spPr>
        <p:txBody>
          <a:bodyPr anchor="ctr">
            <a:noAutofit/>
          </a:bodyPr>
          <a:lstStyle>
            <a:lvl1pPr marL="0" indent="0">
              <a:buFontTx/>
              <a:buNone/>
              <a:defRPr sz="1764">
                <a:solidFill>
                  <a:schemeClr val="tx1">
                    <a:lumMod val="50000"/>
                    <a:lumOff val="50000"/>
                  </a:schemeClr>
                </a:solidFill>
              </a:defRPr>
            </a:lvl1pPr>
            <a:lvl2pPr marL="504200" indent="0">
              <a:buFontTx/>
              <a:buNone/>
              <a:defRPr/>
            </a:lvl2pPr>
            <a:lvl3pPr marL="1008400" indent="0">
              <a:buFontTx/>
              <a:buNone/>
              <a:defRPr/>
            </a:lvl3pPr>
            <a:lvl4pPr marL="1512600" indent="0">
              <a:buFontTx/>
              <a:buNone/>
              <a:defRPr/>
            </a:lvl4pPr>
            <a:lvl5pPr marL="2016801" indent="0">
              <a:buFontTx/>
              <a:buNone/>
              <a:defRPr/>
            </a:lvl5pPr>
          </a:lstStyle>
          <a:p>
            <a:pPr lvl="0"/>
            <a:r>
              <a:rPr lang="en-US"/>
              <a:t>Click to edit Master text styles</a:t>
            </a:r>
          </a:p>
        </p:txBody>
      </p:sp>
      <p:sp>
        <p:nvSpPr>
          <p:cNvPr id="3" name="Text Placeholder 2"/>
          <p:cNvSpPr>
            <a:spLocks noGrp="1"/>
          </p:cNvSpPr>
          <p:nvPr>
            <p:ph type="body" idx="1"/>
          </p:nvPr>
        </p:nvSpPr>
        <p:spPr>
          <a:xfrm>
            <a:off x="712892" y="4929858"/>
            <a:ext cx="7423300" cy="1732422"/>
          </a:xfrm>
        </p:spPr>
        <p:txBody>
          <a:bodyPr anchor="ctr">
            <a:normAutofit/>
          </a:bodyPr>
          <a:lstStyle>
            <a:lvl1pPr marL="0" indent="0" algn="l">
              <a:buNone/>
              <a:defRPr sz="1985">
                <a:solidFill>
                  <a:schemeClr val="tx1">
                    <a:lumMod val="75000"/>
                    <a:lumOff val="25000"/>
                  </a:schemeClr>
                </a:solidFill>
              </a:defRPr>
            </a:lvl1pPr>
            <a:lvl2pPr marL="504200" indent="0">
              <a:buNone/>
              <a:defRPr sz="1985">
                <a:solidFill>
                  <a:schemeClr val="tx1">
                    <a:tint val="75000"/>
                  </a:schemeClr>
                </a:solidFill>
              </a:defRPr>
            </a:lvl2pPr>
            <a:lvl3pPr marL="1008400" indent="0">
              <a:buNone/>
              <a:defRPr sz="1764">
                <a:solidFill>
                  <a:schemeClr val="tx1">
                    <a:tint val="75000"/>
                  </a:schemeClr>
                </a:solidFill>
              </a:defRPr>
            </a:lvl3pPr>
            <a:lvl4pPr marL="1512600" indent="0">
              <a:buNone/>
              <a:defRPr sz="1544">
                <a:solidFill>
                  <a:schemeClr val="tx1">
                    <a:tint val="75000"/>
                  </a:schemeClr>
                </a:solidFill>
              </a:defRPr>
            </a:lvl4pPr>
            <a:lvl5pPr marL="2016801" indent="0">
              <a:buNone/>
              <a:defRPr sz="1544">
                <a:solidFill>
                  <a:schemeClr val="tx1">
                    <a:tint val="75000"/>
                  </a:schemeClr>
                </a:solidFill>
              </a:defRPr>
            </a:lvl5pPr>
            <a:lvl6pPr marL="2521001" indent="0">
              <a:buNone/>
              <a:defRPr sz="1544">
                <a:solidFill>
                  <a:schemeClr val="tx1">
                    <a:tint val="75000"/>
                  </a:schemeClr>
                </a:solidFill>
              </a:defRPr>
            </a:lvl6pPr>
            <a:lvl7pPr marL="3025201" indent="0">
              <a:buNone/>
              <a:defRPr sz="1544">
                <a:solidFill>
                  <a:schemeClr val="tx1">
                    <a:tint val="75000"/>
                  </a:schemeClr>
                </a:solidFill>
              </a:defRPr>
            </a:lvl7pPr>
            <a:lvl8pPr marL="3529401" indent="0">
              <a:buNone/>
              <a:defRPr sz="1544">
                <a:solidFill>
                  <a:schemeClr val="tx1">
                    <a:tint val="75000"/>
                  </a:schemeClr>
                </a:solidFill>
              </a:defRPr>
            </a:lvl8pPr>
            <a:lvl9pPr marL="4033601" indent="0">
              <a:buNone/>
              <a:defRPr sz="15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564504" y="871611"/>
            <a:ext cx="534809" cy="644878"/>
          </a:xfrm>
          <a:prstGeom prst="rect">
            <a:avLst/>
          </a:prstGeom>
        </p:spPr>
        <p:txBody>
          <a:bodyPr vert="horz" lIns="100838" tIns="50419" rIns="100838" bIns="50419" rtlCol="0" anchor="ctr">
            <a:noAutofit/>
          </a:bodyPr>
          <a:lstStyle/>
          <a:p>
            <a:pPr lvl="0"/>
            <a:r>
              <a:rPr lang="en-US" sz="8822"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891060" y="3183230"/>
            <a:ext cx="534809" cy="644878"/>
          </a:xfrm>
          <a:prstGeom prst="rect">
            <a:avLst/>
          </a:prstGeom>
        </p:spPr>
        <p:txBody>
          <a:bodyPr vert="horz" lIns="100838" tIns="50419" rIns="100838" bIns="50419" rtlCol="0" anchor="ctr">
            <a:noAutofit/>
          </a:bodyPr>
          <a:lstStyle/>
          <a:p>
            <a:pPr lvl="0"/>
            <a:r>
              <a:rPr lang="en-US" sz="8822"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25409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712892" y="2130553"/>
            <a:ext cx="7423300" cy="2862216"/>
          </a:xfrm>
        </p:spPr>
        <p:txBody>
          <a:bodyPr anchor="b">
            <a:normAutofit/>
          </a:bodyPr>
          <a:lstStyle>
            <a:lvl1pPr algn="l">
              <a:defRPr sz="4852" b="0" cap="none"/>
            </a:lvl1pPr>
          </a:lstStyle>
          <a:p>
            <a:r>
              <a:rPr lang="en-US"/>
              <a:t>Click to edit Master title style</a:t>
            </a:r>
            <a:endParaRPr lang="en-US" dirty="0"/>
          </a:p>
        </p:txBody>
      </p:sp>
      <p:sp>
        <p:nvSpPr>
          <p:cNvPr id="3" name="Text Placeholder 2"/>
          <p:cNvSpPr>
            <a:spLocks noGrp="1"/>
          </p:cNvSpPr>
          <p:nvPr>
            <p:ph type="body" idx="1"/>
          </p:nvPr>
        </p:nvSpPr>
        <p:spPr>
          <a:xfrm>
            <a:off x="712892" y="4992769"/>
            <a:ext cx="7423300" cy="1669511"/>
          </a:xfrm>
        </p:spPr>
        <p:txBody>
          <a:bodyPr anchor="t">
            <a:normAutofit/>
          </a:bodyPr>
          <a:lstStyle>
            <a:lvl1pPr marL="0" indent="0" algn="l">
              <a:buNone/>
              <a:defRPr sz="1985">
                <a:solidFill>
                  <a:schemeClr val="tx1">
                    <a:lumMod val="75000"/>
                    <a:lumOff val="25000"/>
                  </a:schemeClr>
                </a:solidFill>
              </a:defRPr>
            </a:lvl1pPr>
            <a:lvl2pPr marL="504200" indent="0">
              <a:buNone/>
              <a:defRPr sz="1985">
                <a:solidFill>
                  <a:schemeClr val="tx1">
                    <a:tint val="75000"/>
                  </a:schemeClr>
                </a:solidFill>
              </a:defRPr>
            </a:lvl2pPr>
            <a:lvl3pPr marL="1008400" indent="0">
              <a:buNone/>
              <a:defRPr sz="1764">
                <a:solidFill>
                  <a:schemeClr val="tx1">
                    <a:tint val="75000"/>
                  </a:schemeClr>
                </a:solidFill>
              </a:defRPr>
            </a:lvl3pPr>
            <a:lvl4pPr marL="1512600" indent="0">
              <a:buNone/>
              <a:defRPr sz="1544">
                <a:solidFill>
                  <a:schemeClr val="tx1">
                    <a:tint val="75000"/>
                  </a:schemeClr>
                </a:solidFill>
              </a:defRPr>
            </a:lvl4pPr>
            <a:lvl5pPr marL="2016801" indent="0">
              <a:buNone/>
              <a:defRPr sz="1544">
                <a:solidFill>
                  <a:schemeClr val="tx1">
                    <a:tint val="75000"/>
                  </a:schemeClr>
                </a:solidFill>
              </a:defRPr>
            </a:lvl5pPr>
            <a:lvl6pPr marL="2521001" indent="0">
              <a:buNone/>
              <a:defRPr sz="1544">
                <a:solidFill>
                  <a:schemeClr val="tx1">
                    <a:tint val="75000"/>
                  </a:schemeClr>
                </a:solidFill>
              </a:defRPr>
            </a:lvl6pPr>
            <a:lvl7pPr marL="3025201" indent="0">
              <a:buNone/>
              <a:defRPr sz="1544">
                <a:solidFill>
                  <a:schemeClr val="tx1">
                    <a:tint val="75000"/>
                  </a:schemeClr>
                </a:solidFill>
              </a:defRPr>
            </a:lvl7pPr>
            <a:lvl8pPr marL="3529401" indent="0">
              <a:buNone/>
              <a:defRPr sz="1544">
                <a:solidFill>
                  <a:schemeClr val="tx1">
                    <a:tint val="75000"/>
                  </a:schemeClr>
                </a:solidFill>
              </a:defRPr>
            </a:lvl8pPr>
            <a:lvl9pPr marL="4033601" indent="0">
              <a:buNone/>
              <a:defRPr sz="15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12229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06185" y="672253"/>
            <a:ext cx="7101080" cy="3333256"/>
          </a:xfrm>
        </p:spPr>
        <p:txBody>
          <a:bodyPr anchor="ctr">
            <a:normAutofit/>
          </a:bodyPr>
          <a:lstStyle>
            <a:lvl1pPr algn="l">
              <a:defRPr sz="4852"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712890" y="4425668"/>
            <a:ext cx="7423301" cy="567101"/>
          </a:xfrm>
        </p:spPr>
        <p:txBody>
          <a:bodyPr anchor="b">
            <a:noAutofit/>
          </a:bodyPr>
          <a:lstStyle>
            <a:lvl1pPr marL="0" indent="0">
              <a:buFontTx/>
              <a:buNone/>
              <a:defRPr sz="2647">
                <a:solidFill>
                  <a:schemeClr val="tx1">
                    <a:lumMod val="75000"/>
                    <a:lumOff val="25000"/>
                  </a:schemeClr>
                </a:solidFill>
              </a:defRPr>
            </a:lvl1pPr>
            <a:lvl2pPr marL="504200" indent="0">
              <a:buFontTx/>
              <a:buNone/>
              <a:defRPr/>
            </a:lvl2pPr>
            <a:lvl3pPr marL="1008400" indent="0">
              <a:buFontTx/>
              <a:buNone/>
              <a:defRPr/>
            </a:lvl3pPr>
            <a:lvl4pPr marL="1512600" indent="0">
              <a:buFontTx/>
              <a:buNone/>
              <a:defRPr/>
            </a:lvl4pPr>
            <a:lvl5pPr marL="2016801" indent="0">
              <a:buFontTx/>
              <a:buNone/>
              <a:defRPr/>
            </a:lvl5pPr>
          </a:lstStyle>
          <a:p>
            <a:pPr lvl="0"/>
            <a:r>
              <a:rPr lang="en-US"/>
              <a:t>Click to edit Master text styles</a:t>
            </a:r>
          </a:p>
        </p:txBody>
      </p:sp>
      <p:sp>
        <p:nvSpPr>
          <p:cNvPr id="3" name="Text Placeholder 2"/>
          <p:cNvSpPr>
            <a:spLocks noGrp="1"/>
          </p:cNvSpPr>
          <p:nvPr>
            <p:ph type="body" idx="1"/>
          </p:nvPr>
        </p:nvSpPr>
        <p:spPr>
          <a:xfrm>
            <a:off x="712892" y="4992769"/>
            <a:ext cx="7423300" cy="1669511"/>
          </a:xfrm>
        </p:spPr>
        <p:txBody>
          <a:bodyPr anchor="t">
            <a:normAutofit/>
          </a:bodyPr>
          <a:lstStyle>
            <a:lvl1pPr marL="0" indent="0" algn="l">
              <a:buNone/>
              <a:defRPr sz="1985">
                <a:solidFill>
                  <a:schemeClr val="tx1">
                    <a:lumMod val="50000"/>
                    <a:lumOff val="50000"/>
                  </a:schemeClr>
                </a:solidFill>
              </a:defRPr>
            </a:lvl1pPr>
            <a:lvl2pPr marL="504200" indent="0">
              <a:buNone/>
              <a:defRPr sz="1985">
                <a:solidFill>
                  <a:schemeClr val="tx1">
                    <a:tint val="75000"/>
                  </a:schemeClr>
                </a:solidFill>
              </a:defRPr>
            </a:lvl2pPr>
            <a:lvl3pPr marL="1008400" indent="0">
              <a:buNone/>
              <a:defRPr sz="1764">
                <a:solidFill>
                  <a:schemeClr val="tx1">
                    <a:tint val="75000"/>
                  </a:schemeClr>
                </a:solidFill>
              </a:defRPr>
            </a:lvl3pPr>
            <a:lvl4pPr marL="1512600" indent="0">
              <a:buNone/>
              <a:defRPr sz="1544">
                <a:solidFill>
                  <a:schemeClr val="tx1">
                    <a:tint val="75000"/>
                  </a:schemeClr>
                </a:solidFill>
              </a:defRPr>
            </a:lvl4pPr>
            <a:lvl5pPr marL="2016801" indent="0">
              <a:buNone/>
              <a:defRPr sz="1544">
                <a:solidFill>
                  <a:schemeClr val="tx1">
                    <a:tint val="75000"/>
                  </a:schemeClr>
                </a:solidFill>
              </a:defRPr>
            </a:lvl5pPr>
            <a:lvl6pPr marL="2521001" indent="0">
              <a:buNone/>
              <a:defRPr sz="1544">
                <a:solidFill>
                  <a:schemeClr val="tx1">
                    <a:tint val="75000"/>
                  </a:schemeClr>
                </a:solidFill>
              </a:defRPr>
            </a:lvl6pPr>
            <a:lvl7pPr marL="3025201" indent="0">
              <a:buNone/>
              <a:defRPr sz="1544">
                <a:solidFill>
                  <a:schemeClr val="tx1">
                    <a:tint val="75000"/>
                  </a:schemeClr>
                </a:solidFill>
              </a:defRPr>
            </a:lvl7pPr>
            <a:lvl8pPr marL="3529401" indent="0">
              <a:buNone/>
              <a:defRPr sz="1544">
                <a:solidFill>
                  <a:schemeClr val="tx1">
                    <a:tint val="75000"/>
                  </a:schemeClr>
                </a:solidFill>
              </a:defRPr>
            </a:lvl8pPr>
            <a:lvl9pPr marL="4033601" indent="0">
              <a:buNone/>
              <a:defRPr sz="15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564504" y="871611"/>
            <a:ext cx="534809" cy="644878"/>
          </a:xfrm>
          <a:prstGeom prst="rect">
            <a:avLst/>
          </a:prstGeom>
        </p:spPr>
        <p:txBody>
          <a:bodyPr vert="horz" lIns="100838" tIns="50419" rIns="100838" bIns="50419" rtlCol="0" anchor="ctr">
            <a:noAutofit/>
          </a:bodyPr>
          <a:lstStyle/>
          <a:p>
            <a:pPr lvl="0"/>
            <a:r>
              <a:rPr lang="en-US" sz="8822"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891060" y="3183230"/>
            <a:ext cx="534809" cy="644878"/>
          </a:xfrm>
          <a:prstGeom prst="rect">
            <a:avLst/>
          </a:prstGeom>
        </p:spPr>
        <p:txBody>
          <a:bodyPr vert="horz" lIns="100838" tIns="50419" rIns="100838" bIns="50419" rtlCol="0" anchor="ctr">
            <a:noAutofit/>
          </a:bodyPr>
          <a:lstStyle/>
          <a:p>
            <a:pPr lvl="0"/>
            <a:r>
              <a:rPr lang="en-US" sz="8822"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474878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720201" y="672253"/>
            <a:ext cx="7415991" cy="3333256"/>
          </a:xfrm>
        </p:spPr>
        <p:txBody>
          <a:bodyPr anchor="ctr">
            <a:normAutofit/>
          </a:bodyPr>
          <a:lstStyle>
            <a:lvl1pPr algn="l">
              <a:defRPr sz="4852"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712890" y="4425668"/>
            <a:ext cx="7423301" cy="567101"/>
          </a:xfrm>
        </p:spPr>
        <p:txBody>
          <a:bodyPr anchor="b">
            <a:noAutofit/>
          </a:bodyPr>
          <a:lstStyle>
            <a:lvl1pPr marL="0" indent="0">
              <a:buFontTx/>
              <a:buNone/>
              <a:defRPr sz="2647">
                <a:solidFill>
                  <a:schemeClr val="accent1"/>
                </a:solidFill>
              </a:defRPr>
            </a:lvl1pPr>
            <a:lvl2pPr marL="504200" indent="0">
              <a:buFontTx/>
              <a:buNone/>
              <a:defRPr/>
            </a:lvl2pPr>
            <a:lvl3pPr marL="1008400" indent="0">
              <a:buFontTx/>
              <a:buNone/>
              <a:defRPr/>
            </a:lvl3pPr>
            <a:lvl4pPr marL="1512600" indent="0">
              <a:buFontTx/>
              <a:buNone/>
              <a:defRPr/>
            </a:lvl4pPr>
            <a:lvl5pPr marL="2016801" indent="0">
              <a:buFontTx/>
              <a:buNone/>
              <a:defRPr/>
            </a:lvl5pPr>
          </a:lstStyle>
          <a:p>
            <a:pPr lvl="0"/>
            <a:r>
              <a:rPr lang="en-US"/>
              <a:t>Click to edit Master text styles</a:t>
            </a:r>
          </a:p>
        </p:txBody>
      </p:sp>
      <p:sp>
        <p:nvSpPr>
          <p:cNvPr id="3" name="Text Placeholder 2"/>
          <p:cNvSpPr>
            <a:spLocks noGrp="1"/>
          </p:cNvSpPr>
          <p:nvPr>
            <p:ph type="body" idx="1"/>
          </p:nvPr>
        </p:nvSpPr>
        <p:spPr>
          <a:xfrm>
            <a:off x="712892" y="4992769"/>
            <a:ext cx="7423300" cy="1669511"/>
          </a:xfrm>
        </p:spPr>
        <p:txBody>
          <a:bodyPr anchor="t">
            <a:normAutofit/>
          </a:bodyPr>
          <a:lstStyle>
            <a:lvl1pPr marL="0" indent="0" algn="l">
              <a:buNone/>
              <a:defRPr sz="1985">
                <a:solidFill>
                  <a:schemeClr val="tx1">
                    <a:lumMod val="50000"/>
                    <a:lumOff val="50000"/>
                  </a:schemeClr>
                </a:solidFill>
              </a:defRPr>
            </a:lvl1pPr>
            <a:lvl2pPr marL="504200" indent="0">
              <a:buNone/>
              <a:defRPr sz="1985">
                <a:solidFill>
                  <a:schemeClr val="tx1">
                    <a:tint val="75000"/>
                  </a:schemeClr>
                </a:solidFill>
              </a:defRPr>
            </a:lvl2pPr>
            <a:lvl3pPr marL="1008400" indent="0">
              <a:buNone/>
              <a:defRPr sz="1764">
                <a:solidFill>
                  <a:schemeClr val="tx1">
                    <a:tint val="75000"/>
                  </a:schemeClr>
                </a:solidFill>
              </a:defRPr>
            </a:lvl3pPr>
            <a:lvl4pPr marL="1512600" indent="0">
              <a:buNone/>
              <a:defRPr sz="1544">
                <a:solidFill>
                  <a:schemeClr val="tx1">
                    <a:tint val="75000"/>
                  </a:schemeClr>
                </a:solidFill>
              </a:defRPr>
            </a:lvl4pPr>
            <a:lvl5pPr marL="2016801" indent="0">
              <a:buNone/>
              <a:defRPr sz="1544">
                <a:solidFill>
                  <a:schemeClr val="tx1">
                    <a:tint val="75000"/>
                  </a:schemeClr>
                </a:solidFill>
              </a:defRPr>
            </a:lvl5pPr>
            <a:lvl6pPr marL="2521001" indent="0">
              <a:buNone/>
              <a:defRPr sz="1544">
                <a:solidFill>
                  <a:schemeClr val="tx1">
                    <a:tint val="75000"/>
                  </a:schemeClr>
                </a:solidFill>
              </a:defRPr>
            </a:lvl6pPr>
            <a:lvl7pPr marL="3025201" indent="0">
              <a:buNone/>
              <a:defRPr sz="1544">
                <a:solidFill>
                  <a:schemeClr val="tx1">
                    <a:tint val="75000"/>
                  </a:schemeClr>
                </a:solidFill>
              </a:defRPr>
            </a:lvl7pPr>
            <a:lvl8pPr marL="3529401" indent="0">
              <a:buNone/>
              <a:defRPr sz="1544">
                <a:solidFill>
                  <a:schemeClr val="tx1">
                    <a:tint val="75000"/>
                  </a:schemeClr>
                </a:solidFill>
              </a:defRPr>
            </a:lvl8pPr>
            <a:lvl9pPr marL="4033601" indent="0">
              <a:buNone/>
              <a:defRPr sz="15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45320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58229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0134" y="672254"/>
            <a:ext cx="1144666" cy="5791183"/>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712892" y="672254"/>
            <a:ext cx="6075294" cy="57911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9059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9901" y="-9338"/>
            <a:ext cx="10723578" cy="7581526"/>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712893" y="672253"/>
            <a:ext cx="7423298" cy="145654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12892" y="2382651"/>
            <a:ext cx="7423299" cy="427963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21149" y="6662281"/>
            <a:ext cx="800054" cy="402652"/>
          </a:xfrm>
          <a:prstGeom prst="rect">
            <a:avLst/>
          </a:prstGeom>
        </p:spPr>
        <p:txBody>
          <a:bodyPr vert="horz" lIns="91440" tIns="45720" rIns="91440" bIns="45720" rtlCol="0" anchor="ctr"/>
          <a:lstStyle>
            <a:lvl1pPr algn="r">
              <a:defRPr sz="993">
                <a:solidFill>
                  <a:schemeClr val="tx1">
                    <a:tint val="75000"/>
                  </a:schemeClr>
                </a:solidFill>
              </a:defRPr>
            </a:lvl1pPr>
          </a:lstStyle>
          <a:p>
            <a:fld id="{1D8BD707-D9CF-40AE-B4C6-C98DA3205C09}" type="datetimeFigureOut">
              <a:rPr lang="en-US" smtClean="0"/>
              <a:t>12/11/2025</a:t>
            </a:fld>
            <a:endParaRPr lang="en-US"/>
          </a:p>
        </p:txBody>
      </p:sp>
      <p:sp>
        <p:nvSpPr>
          <p:cNvPr id="5" name="Footer Placeholder 4"/>
          <p:cNvSpPr>
            <a:spLocks noGrp="1"/>
          </p:cNvSpPr>
          <p:nvPr>
            <p:ph type="ftr" sz="quarter" idx="3"/>
          </p:nvPr>
        </p:nvSpPr>
        <p:spPr>
          <a:xfrm>
            <a:off x="712893" y="6662281"/>
            <a:ext cx="5406310" cy="402652"/>
          </a:xfrm>
          <a:prstGeom prst="rect">
            <a:avLst/>
          </a:prstGeom>
        </p:spPr>
        <p:txBody>
          <a:bodyPr vert="horz" lIns="91440" tIns="45720" rIns="91440" bIns="45720" rtlCol="0" anchor="ctr"/>
          <a:lstStyle>
            <a:lvl1pPr algn="l">
              <a:defRPr sz="993">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7536690" y="6662281"/>
            <a:ext cx="599502" cy="402652"/>
          </a:xfrm>
          <a:prstGeom prst="rect">
            <a:avLst/>
          </a:prstGeom>
        </p:spPr>
        <p:txBody>
          <a:bodyPr vert="horz" lIns="91440" tIns="45720" rIns="91440" bIns="45720" rtlCol="0" anchor="ctr"/>
          <a:lstStyle>
            <a:lvl1pPr algn="r">
              <a:defRPr sz="993">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66675531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Lst>
  <p:txStyles>
    <p:titleStyle>
      <a:lvl1pPr algn="l" defTabSz="504200" rtl="0" eaLnBrk="1" latinLnBrk="0" hangingPunct="1">
        <a:spcBef>
          <a:spcPct val="0"/>
        </a:spcBef>
        <a:buNone/>
        <a:defRPr sz="397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8150" indent="-378150" algn="l" defTabSz="504200" rtl="0" eaLnBrk="1" latinLnBrk="0" hangingPunct="1">
        <a:spcBef>
          <a:spcPts val="1103"/>
        </a:spcBef>
        <a:spcAft>
          <a:spcPts val="0"/>
        </a:spcAft>
        <a:buClr>
          <a:schemeClr val="accent1"/>
        </a:buClr>
        <a:buSzPct val="80000"/>
        <a:buFont typeface="Wingdings 3" charset="2"/>
        <a:buChar char=""/>
        <a:defRPr sz="1985" kern="1200">
          <a:solidFill>
            <a:schemeClr val="tx1">
              <a:lumMod val="75000"/>
              <a:lumOff val="25000"/>
            </a:schemeClr>
          </a:solidFill>
          <a:latin typeface="+mn-lt"/>
          <a:ea typeface="+mn-ea"/>
          <a:cs typeface="+mn-cs"/>
        </a:defRPr>
      </a:lvl1pPr>
      <a:lvl2pPr marL="819325" indent="-315125" algn="l" defTabSz="504200" rtl="0" eaLnBrk="1" latinLnBrk="0" hangingPunct="1">
        <a:spcBef>
          <a:spcPts val="1103"/>
        </a:spcBef>
        <a:spcAft>
          <a:spcPts val="0"/>
        </a:spcAft>
        <a:buClr>
          <a:schemeClr val="accent1"/>
        </a:buClr>
        <a:buSzPct val="80000"/>
        <a:buFont typeface="Wingdings 3" charset="2"/>
        <a:buChar char=""/>
        <a:defRPr sz="1764" kern="1200">
          <a:solidFill>
            <a:schemeClr val="tx1">
              <a:lumMod val="75000"/>
              <a:lumOff val="25000"/>
            </a:schemeClr>
          </a:solidFill>
          <a:latin typeface="+mn-lt"/>
          <a:ea typeface="+mn-ea"/>
          <a:cs typeface="+mn-cs"/>
        </a:defRPr>
      </a:lvl2pPr>
      <a:lvl3pPr marL="1260500" indent="-252100" algn="l" defTabSz="504200" rtl="0" eaLnBrk="1" latinLnBrk="0" hangingPunct="1">
        <a:spcBef>
          <a:spcPts val="1103"/>
        </a:spcBef>
        <a:spcAft>
          <a:spcPts val="0"/>
        </a:spcAft>
        <a:buClr>
          <a:schemeClr val="accent1"/>
        </a:buClr>
        <a:buSzPct val="80000"/>
        <a:buFont typeface="Wingdings 3" charset="2"/>
        <a:buChar char=""/>
        <a:defRPr sz="1544" kern="1200">
          <a:solidFill>
            <a:schemeClr val="tx1">
              <a:lumMod val="75000"/>
              <a:lumOff val="25000"/>
            </a:schemeClr>
          </a:solidFill>
          <a:latin typeface="+mn-lt"/>
          <a:ea typeface="+mn-ea"/>
          <a:cs typeface="+mn-cs"/>
        </a:defRPr>
      </a:lvl3pPr>
      <a:lvl4pPr marL="1764701" indent="-252100" algn="l" defTabSz="504200" rtl="0" eaLnBrk="1" latinLnBrk="0" hangingPunct="1">
        <a:spcBef>
          <a:spcPts val="1103"/>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4pPr>
      <a:lvl5pPr marL="2268901" indent="-252100" algn="l" defTabSz="504200" rtl="0" eaLnBrk="1" latinLnBrk="0" hangingPunct="1">
        <a:spcBef>
          <a:spcPts val="1103"/>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5pPr>
      <a:lvl6pPr marL="2773101" indent="-252100" algn="l" defTabSz="504200" rtl="0" eaLnBrk="1" latinLnBrk="0" hangingPunct="1">
        <a:spcBef>
          <a:spcPts val="1103"/>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7301" indent="-252100" algn="l" defTabSz="504200" rtl="0" eaLnBrk="1" latinLnBrk="0" hangingPunct="1">
        <a:spcBef>
          <a:spcPts val="1103"/>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81501" indent="-252100" algn="l" defTabSz="504200" rtl="0" eaLnBrk="1" latinLnBrk="0" hangingPunct="1">
        <a:spcBef>
          <a:spcPts val="1103"/>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5701" indent="-252100" algn="l" defTabSz="504200" rtl="0" eaLnBrk="1" latinLnBrk="0" hangingPunct="1">
        <a:spcBef>
          <a:spcPts val="1103"/>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4200" rtl="0" eaLnBrk="1" latinLnBrk="0" hangingPunct="1">
        <a:defRPr sz="1985" kern="1200">
          <a:solidFill>
            <a:schemeClr val="tx1"/>
          </a:solidFill>
          <a:latin typeface="+mn-lt"/>
          <a:ea typeface="+mn-ea"/>
          <a:cs typeface="+mn-cs"/>
        </a:defRPr>
      </a:lvl1pPr>
      <a:lvl2pPr marL="504200" algn="l" defTabSz="504200" rtl="0" eaLnBrk="1" latinLnBrk="0" hangingPunct="1">
        <a:defRPr sz="1985" kern="1200">
          <a:solidFill>
            <a:schemeClr val="tx1"/>
          </a:solidFill>
          <a:latin typeface="+mn-lt"/>
          <a:ea typeface="+mn-ea"/>
          <a:cs typeface="+mn-cs"/>
        </a:defRPr>
      </a:lvl2pPr>
      <a:lvl3pPr marL="1008400" algn="l" defTabSz="504200" rtl="0" eaLnBrk="1" latinLnBrk="0" hangingPunct="1">
        <a:defRPr sz="1985" kern="1200">
          <a:solidFill>
            <a:schemeClr val="tx1"/>
          </a:solidFill>
          <a:latin typeface="+mn-lt"/>
          <a:ea typeface="+mn-ea"/>
          <a:cs typeface="+mn-cs"/>
        </a:defRPr>
      </a:lvl3pPr>
      <a:lvl4pPr marL="1512600" algn="l" defTabSz="504200" rtl="0" eaLnBrk="1" latinLnBrk="0" hangingPunct="1">
        <a:defRPr sz="1985" kern="1200">
          <a:solidFill>
            <a:schemeClr val="tx1"/>
          </a:solidFill>
          <a:latin typeface="+mn-lt"/>
          <a:ea typeface="+mn-ea"/>
          <a:cs typeface="+mn-cs"/>
        </a:defRPr>
      </a:lvl4pPr>
      <a:lvl5pPr marL="2016801" algn="l" defTabSz="504200" rtl="0" eaLnBrk="1" latinLnBrk="0" hangingPunct="1">
        <a:defRPr sz="1985" kern="1200">
          <a:solidFill>
            <a:schemeClr val="tx1"/>
          </a:solidFill>
          <a:latin typeface="+mn-lt"/>
          <a:ea typeface="+mn-ea"/>
          <a:cs typeface="+mn-cs"/>
        </a:defRPr>
      </a:lvl5pPr>
      <a:lvl6pPr marL="2521001" algn="l" defTabSz="504200" rtl="0" eaLnBrk="1" latinLnBrk="0" hangingPunct="1">
        <a:defRPr sz="1985" kern="1200">
          <a:solidFill>
            <a:schemeClr val="tx1"/>
          </a:solidFill>
          <a:latin typeface="+mn-lt"/>
          <a:ea typeface="+mn-ea"/>
          <a:cs typeface="+mn-cs"/>
        </a:defRPr>
      </a:lvl6pPr>
      <a:lvl7pPr marL="3025201" algn="l" defTabSz="504200" rtl="0" eaLnBrk="1" latinLnBrk="0" hangingPunct="1">
        <a:defRPr sz="1985" kern="1200">
          <a:solidFill>
            <a:schemeClr val="tx1"/>
          </a:solidFill>
          <a:latin typeface="+mn-lt"/>
          <a:ea typeface="+mn-ea"/>
          <a:cs typeface="+mn-cs"/>
        </a:defRPr>
      </a:lvl7pPr>
      <a:lvl8pPr marL="3529401" algn="l" defTabSz="504200" rtl="0" eaLnBrk="1" latinLnBrk="0" hangingPunct="1">
        <a:defRPr sz="1985" kern="1200">
          <a:solidFill>
            <a:schemeClr val="tx1"/>
          </a:solidFill>
          <a:latin typeface="+mn-lt"/>
          <a:ea typeface="+mn-ea"/>
          <a:cs typeface="+mn-cs"/>
        </a:defRPr>
      </a:lvl8pPr>
      <a:lvl9pPr marL="4033601" algn="l" defTabSz="504200" rtl="0" eaLnBrk="1" latinLnBrk="0" hangingPunct="1">
        <a:defRPr sz="19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idx="1"/>
          </p:nvPr>
        </p:nvSpPr>
        <p:spPr>
          <a:xfrm>
            <a:off x="774700" y="352425"/>
            <a:ext cx="8686800" cy="6874318"/>
          </a:xfrm>
          <a:prstGeom prst="rect">
            <a:avLst/>
          </a:prstGeom>
        </p:spPr>
        <p:txBody>
          <a:bodyPr vert="horz" wrap="square" lIns="0" tIns="13335" rIns="0" bIns="0" rtlCol="0">
            <a:spAutoFit/>
          </a:bodyPr>
          <a:lstStyle/>
          <a:p>
            <a:pPr marL="0" indent="0" algn="ctr">
              <a:buNone/>
            </a:pPr>
            <a:r>
              <a:rPr lang="en-US" sz="3600" b="1" i="0" dirty="0">
                <a:solidFill>
                  <a:srgbClr val="610B38"/>
                </a:solidFill>
                <a:effectLst/>
                <a:latin typeface="erdana"/>
              </a:rPr>
              <a:t>Project Management Tools</a:t>
            </a:r>
          </a:p>
          <a:p>
            <a:pPr marL="0" indent="0" algn="just">
              <a:buNone/>
            </a:pPr>
            <a:r>
              <a:rPr lang="en-US" sz="2800" b="0" i="0" dirty="0">
                <a:solidFill>
                  <a:srgbClr val="333333"/>
                </a:solidFill>
                <a:effectLst/>
                <a:latin typeface="inter-regular"/>
              </a:rPr>
              <a:t>To manage the Project management system adequately and efficiently, we use Project management tools.</a:t>
            </a:r>
          </a:p>
          <a:p>
            <a:pPr marL="0" indent="0" algn="just">
              <a:buNone/>
            </a:pPr>
            <a:r>
              <a:rPr lang="en-US" sz="2800" b="1" i="0" dirty="0">
                <a:solidFill>
                  <a:srgbClr val="333333"/>
                </a:solidFill>
                <a:effectLst/>
                <a:latin typeface="inter-bold"/>
              </a:rPr>
              <a:t>Here are some standard tools:</a:t>
            </a:r>
            <a:endParaRPr lang="en-US" sz="2800" b="0" i="0" dirty="0">
              <a:solidFill>
                <a:srgbClr val="333333"/>
              </a:solidFill>
              <a:effectLst/>
              <a:latin typeface="inter-regular"/>
            </a:endParaRPr>
          </a:p>
          <a:p>
            <a:pPr marL="0" indent="0" algn="just">
              <a:buNone/>
            </a:pPr>
            <a:r>
              <a:rPr lang="en-US" sz="2800" b="1" i="0" dirty="0">
                <a:solidFill>
                  <a:srgbClr val="610B38"/>
                </a:solidFill>
                <a:effectLst/>
                <a:latin typeface="erdana"/>
              </a:rPr>
              <a:t>Gantt chart</a:t>
            </a:r>
          </a:p>
          <a:p>
            <a:pPr algn="just"/>
            <a:r>
              <a:rPr lang="en-US" sz="2800" b="0" i="0" dirty="0">
                <a:solidFill>
                  <a:srgbClr val="333333"/>
                </a:solidFill>
                <a:effectLst/>
                <a:latin typeface="inter-regular"/>
              </a:rPr>
              <a:t>Gantt Chart first developed by Henry Gantt in 1917. Gantt chart usually utilized in project management, and it is one of the most popular and helpful ways of showing activities displayed against time. Each activity represented by a bar.</a:t>
            </a:r>
          </a:p>
          <a:p>
            <a:pPr algn="just"/>
            <a:r>
              <a:rPr lang="en-US" sz="2800" b="0" i="0" dirty="0">
                <a:solidFill>
                  <a:srgbClr val="333333"/>
                </a:solidFill>
                <a:effectLst/>
                <a:latin typeface="inter-regular"/>
              </a:rPr>
              <a:t>Gantt chart is a useful tool when you want to see the entire landscape of either one or multiple projects. It helps you to view which tasks are dependent on one another and which event is coming up.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998532" y="3591647"/>
            <a:ext cx="7077709" cy="375744"/>
          </a:xfrm>
          <a:prstGeom prst="rect">
            <a:avLst/>
          </a:prstGeom>
        </p:spPr>
        <p:txBody>
          <a:bodyPr vert="horz" wrap="square" lIns="0" tIns="97790" rIns="0" bIns="0" rtlCol="0">
            <a:spAutoFit/>
          </a:bodyPr>
          <a:lstStyle/>
          <a:p>
            <a:pPr marL="12700">
              <a:lnSpc>
                <a:spcPct val="100000"/>
              </a:lnSpc>
              <a:spcBef>
                <a:spcPts val="770"/>
              </a:spcBef>
              <a:tabLst>
                <a:tab pos="423545" algn="l"/>
              </a:tabLst>
            </a:pPr>
            <a:r>
              <a:rPr sz="1800" spc="-175" dirty="0">
                <a:solidFill>
                  <a:srgbClr val="F9F9F9"/>
                </a:solidFill>
                <a:latin typeface="Times New Roman"/>
                <a:cs typeface="Times New Roman"/>
              </a:rPr>
              <a:t>	</a:t>
            </a:r>
            <a:endParaRPr sz="2800" dirty="0">
              <a:latin typeface="Palatino Linotype"/>
              <a:cs typeface="Palatino Linotype"/>
            </a:endParaRPr>
          </a:p>
        </p:txBody>
      </p:sp>
      <p:pic>
        <p:nvPicPr>
          <p:cNvPr id="5" name="Picture 4">
            <a:extLst>
              <a:ext uri="{FF2B5EF4-FFF2-40B4-BE49-F238E27FC236}">
                <a16:creationId xmlns:a16="http://schemas.microsoft.com/office/drawing/2014/main" id="{127E5FDD-B263-A7A6-0C69-7D538042B966}"/>
              </a:ext>
            </a:extLst>
          </p:cNvPr>
          <p:cNvPicPr>
            <a:picLocks noChangeAspect="1"/>
          </p:cNvPicPr>
          <p:nvPr/>
        </p:nvPicPr>
        <p:blipFill>
          <a:blip r:embed="rId2"/>
          <a:stretch>
            <a:fillRect/>
          </a:stretch>
        </p:blipFill>
        <p:spPr>
          <a:xfrm>
            <a:off x="1003300" y="1035819"/>
            <a:ext cx="8229600" cy="54126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320" y="837730"/>
            <a:ext cx="1988820" cy="289182"/>
          </a:xfrm>
          <a:prstGeom prst="rect">
            <a:avLst/>
          </a:prstGeom>
        </p:spPr>
        <p:txBody>
          <a:bodyPr vert="horz" wrap="square" lIns="0" tIns="12065" rIns="0" bIns="0" rtlCol="0">
            <a:spAutoFit/>
          </a:bodyPr>
          <a:lstStyle/>
          <a:p>
            <a:pPr marL="12700">
              <a:lnSpc>
                <a:spcPct val="100000"/>
              </a:lnSpc>
              <a:spcBef>
                <a:spcPts val="95"/>
              </a:spcBef>
              <a:tabLst>
                <a:tab pos="423545" algn="l"/>
              </a:tabLst>
            </a:pPr>
            <a:r>
              <a:rPr sz="1800" spc="-175" dirty="0">
                <a:solidFill>
                  <a:srgbClr val="F9F9F9"/>
                </a:solidFill>
                <a:latin typeface="Times New Roman"/>
                <a:cs typeface="Times New Roman"/>
              </a:rPr>
              <a:t>	</a:t>
            </a:r>
            <a:endParaRPr sz="2800" dirty="0">
              <a:latin typeface="Palatino Linotype"/>
              <a:cs typeface="Palatino Linotype"/>
            </a:endParaRPr>
          </a:p>
        </p:txBody>
      </p:sp>
      <p:sp>
        <p:nvSpPr>
          <p:cNvPr id="3" name="object 3"/>
          <p:cNvSpPr txBox="1"/>
          <p:nvPr/>
        </p:nvSpPr>
        <p:spPr>
          <a:xfrm>
            <a:off x="965200" y="843221"/>
            <a:ext cx="8763000" cy="5183470"/>
          </a:xfrm>
          <a:prstGeom prst="rect">
            <a:avLst/>
          </a:prstGeom>
        </p:spPr>
        <p:txBody>
          <a:bodyPr vert="horz" wrap="square" lIns="0" tIns="12700" rIns="0" bIns="0" rtlCol="0">
            <a:spAutoFit/>
          </a:bodyPr>
          <a:lstStyle/>
          <a:p>
            <a:pPr algn="just"/>
            <a:r>
              <a:rPr lang="en-US" sz="2400" b="1" i="0" dirty="0">
                <a:solidFill>
                  <a:srgbClr val="333333"/>
                </a:solidFill>
                <a:effectLst/>
                <a:latin typeface="inter-regular"/>
              </a:rPr>
              <a:t>PERT</a:t>
            </a:r>
            <a:r>
              <a:rPr lang="en-US" sz="2400" b="0" i="0" dirty="0">
                <a:solidFill>
                  <a:srgbClr val="333333"/>
                </a:solidFill>
                <a:effectLst/>
                <a:latin typeface="inter-regular"/>
              </a:rPr>
              <a:t> is an acronym of </a:t>
            </a:r>
            <a:r>
              <a:rPr lang="en-US" sz="2400" b="0" i="0" dirty="0" err="1">
                <a:solidFill>
                  <a:srgbClr val="333333"/>
                </a:solidFill>
                <a:effectLst/>
                <a:latin typeface="inter-regular"/>
              </a:rPr>
              <a:t>Programme</a:t>
            </a:r>
            <a:r>
              <a:rPr lang="en-US" sz="2400" b="0" i="0" dirty="0">
                <a:solidFill>
                  <a:srgbClr val="333333"/>
                </a:solidFill>
                <a:effectLst/>
                <a:latin typeface="inter-regular"/>
              </a:rPr>
              <a:t> Evaluation Review Technique. In the 1950s, it is developed by the U.S. Navy to handle the Polaris submarine missile </a:t>
            </a:r>
            <a:r>
              <a:rPr lang="en-US" sz="2400" b="0" i="0" dirty="0" err="1">
                <a:solidFill>
                  <a:srgbClr val="333333"/>
                </a:solidFill>
                <a:effectLst/>
                <a:latin typeface="inter-regular"/>
              </a:rPr>
              <a:t>programme</a:t>
            </a:r>
            <a:r>
              <a:rPr lang="en-US" sz="2400" b="0" i="0" dirty="0">
                <a:solidFill>
                  <a:srgbClr val="333333"/>
                </a:solidFill>
                <a:effectLst/>
                <a:latin typeface="inter-regular"/>
              </a:rPr>
              <a:t>.</a:t>
            </a:r>
          </a:p>
          <a:p>
            <a:pPr algn="just"/>
            <a:r>
              <a:rPr lang="en-US" sz="2400" b="0" i="0" dirty="0">
                <a:solidFill>
                  <a:srgbClr val="333333"/>
                </a:solidFill>
                <a:effectLst/>
                <a:latin typeface="inter-regular"/>
              </a:rPr>
              <a:t>In Project Management, PERT chart represented as a network diagram concerning the number of nodes, which represents events.</a:t>
            </a:r>
          </a:p>
          <a:p>
            <a:pPr algn="just"/>
            <a:r>
              <a:rPr lang="en-US" sz="2400" b="0" i="0" dirty="0">
                <a:solidFill>
                  <a:srgbClr val="333333"/>
                </a:solidFill>
                <a:effectLst/>
                <a:latin typeface="inter-regular"/>
              </a:rPr>
              <a:t>The direction of the lines indicates the sequence of the task. In the above example, tasks between "Task 1 to Task 9" must complete, and these are known as a dependent or serial task. Between Task 4 and 5, and Task 4 and 6, nodes are not depended and can undertake simultaneously. These are known as Parallel or concurrent tasks. Without resource or completion time, the task must complete in the sequence which is considered as event dependency, and these are known as Dummy activity and represented by dotted lines.</a:t>
            </a:r>
          </a:p>
          <a:p>
            <a:pPr algn="l" fontAlgn="base"/>
            <a:endParaRPr lang="en-US" sz="2400" b="0" i="0" dirty="0">
              <a:solidFill>
                <a:srgbClr val="273239"/>
              </a:solidFill>
              <a:effectLst/>
              <a:latin typeface="Nunito"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50900" y="1724025"/>
            <a:ext cx="8763000" cy="325089"/>
          </a:xfrm>
          <a:prstGeom prst="rect">
            <a:avLst/>
          </a:prstGeom>
        </p:spPr>
        <p:txBody>
          <a:bodyPr vert="horz" wrap="square" lIns="0" tIns="85725" rIns="0" bIns="0" rtlCol="0">
            <a:spAutoFit/>
          </a:bodyPr>
          <a:lstStyle/>
          <a:p>
            <a:pPr algn="l"/>
            <a:r>
              <a:rPr sz="1550" spc="-160" dirty="0">
                <a:solidFill>
                  <a:srgbClr val="F9F9F9"/>
                </a:solidFill>
                <a:latin typeface="Times New Roman"/>
                <a:cs typeface="Times New Roman"/>
              </a:rPr>
              <a:t></a:t>
            </a:r>
            <a:endParaRPr lang="en-US" sz="2400"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69884ABB-90E8-1F92-3A4E-E943332201DF}"/>
              </a:ext>
            </a:extLst>
          </p:cNvPr>
          <p:cNvPicPr>
            <a:picLocks noChangeAspect="1"/>
          </p:cNvPicPr>
          <p:nvPr/>
        </p:nvPicPr>
        <p:blipFill>
          <a:blip r:embed="rId2"/>
          <a:stretch>
            <a:fillRect/>
          </a:stretch>
        </p:blipFill>
        <p:spPr>
          <a:xfrm>
            <a:off x="2020281" y="1343025"/>
            <a:ext cx="7288819" cy="50291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72668" y="350520"/>
            <a:ext cx="9143999" cy="6857999"/>
          </a:xfrm>
          <a:prstGeom prst="rect">
            <a:avLst/>
          </a:prstGeom>
        </p:spPr>
      </p:pic>
      <p:sp>
        <p:nvSpPr>
          <p:cNvPr id="3" name="object 3"/>
          <p:cNvSpPr txBox="1"/>
          <p:nvPr/>
        </p:nvSpPr>
        <p:spPr>
          <a:xfrm>
            <a:off x="757577" y="962025"/>
            <a:ext cx="8259602" cy="3782446"/>
          </a:xfrm>
          <a:prstGeom prst="rect">
            <a:avLst/>
          </a:prstGeom>
        </p:spPr>
        <p:txBody>
          <a:bodyPr vert="horz" wrap="square" lIns="0" tIns="57785" rIns="0" bIns="0" rtlCol="0">
            <a:spAutoFit/>
          </a:bodyPr>
          <a:lstStyle/>
          <a:p>
            <a:pPr algn="just"/>
            <a:r>
              <a:rPr sz="1700" spc="-195" dirty="0">
                <a:solidFill>
                  <a:srgbClr val="F9F9F9"/>
                </a:solidFill>
                <a:latin typeface="Times New Roman"/>
                <a:cs typeface="Times New Roman"/>
              </a:rPr>
              <a:t></a:t>
            </a:r>
            <a:r>
              <a:rPr lang="en-US" sz="2800" b="0" i="0" dirty="0">
                <a:solidFill>
                  <a:srgbClr val="610B38"/>
                </a:solidFill>
                <a:effectLst/>
                <a:latin typeface="erdana"/>
              </a:rPr>
              <a:t>Logic Network</a:t>
            </a:r>
          </a:p>
          <a:p>
            <a:pPr algn="just"/>
            <a:r>
              <a:rPr lang="en-US" sz="2800" b="0" i="0" dirty="0">
                <a:solidFill>
                  <a:srgbClr val="333333"/>
                </a:solidFill>
                <a:effectLst/>
                <a:latin typeface="inter-regular"/>
              </a:rPr>
              <a:t>The Logic Network shows the order of activities over time. It shows the sequence in which activities are to do. Distinguishing events and pinning down the project are the two primary uses. Moreover, it will help with understanding task dependencies, a timescale, and overall project workflow.</a:t>
            </a:r>
          </a:p>
          <a:p>
            <a:pPr algn="l"/>
            <a:r>
              <a:rPr lang="en-US" b="0" i="0" dirty="0">
                <a:solidFill>
                  <a:srgbClr val="FFFF00"/>
                </a:solidFill>
                <a:effectLst/>
                <a:latin typeface="Open Sans" panose="020B0606030504020204" pitchFamily="34" charset="0"/>
              </a:rPr>
              <a:t>.</a:t>
            </a:r>
          </a:p>
          <a:p>
            <a:pPr algn="l" fontAlgn="base"/>
            <a:endParaRPr lang="en-US" sz="2800" b="0" i="0" dirty="0">
              <a:solidFill>
                <a:srgbClr val="273239"/>
              </a:solidFill>
              <a:effectLst/>
              <a:latin typeface="Nunito"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A3DAF5-A5BA-E75F-183F-D4B083C0EBED}"/>
              </a:ext>
            </a:extLst>
          </p:cNvPr>
          <p:cNvSpPr txBox="1"/>
          <p:nvPr/>
        </p:nvSpPr>
        <p:spPr>
          <a:xfrm>
            <a:off x="1155700" y="903525"/>
            <a:ext cx="5368066" cy="523220"/>
          </a:xfrm>
          <a:prstGeom prst="rect">
            <a:avLst/>
          </a:prstGeom>
          <a:noFill/>
        </p:spPr>
        <p:txBody>
          <a:bodyPr wrap="square">
            <a:spAutoFit/>
          </a:bodyPr>
          <a:lstStyle/>
          <a:p>
            <a:pPr algn="just"/>
            <a:r>
              <a:rPr lang="en-IN" sz="2800" b="1" i="0" dirty="0">
                <a:solidFill>
                  <a:srgbClr val="610B38"/>
                </a:solidFill>
                <a:effectLst/>
                <a:latin typeface="erdana"/>
              </a:rPr>
              <a:t>Product Breakdown Structure</a:t>
            </a:r>
          </a:p>
        </p:txBody>
      </p:sp>
      <p:sp>
        <p:nvSpPr>
          <p:cNvPr id="6" name="TextBox 5">
            <a:extLst>
              <a:ext uri="{FF2B5EF4-FFF2-40B4-BE49-F238E27FC236}">
                <a16:creationId xmlns:a16="http://schemas.microsoft.com/office/drawing/2014/main" id="{5559EC4D-9EF2-AA08-5FC0-3C5ECBDAD3D2}"/>
              </a:ext>
            </a:extLst>
          </p:cNvPr>
          <p:cNvSpPr txBox="1"/>
          <p:nvPr/>
        </p:nvSpPr>
        <p:spPr>
          <a:xfrm>
            <a:off x="698500" y="1426745"/>
            <a:ext cx="8153400" cy="3416320"/>
          </a:xfrm>
          <a:prstGeom prst="rect">
            <a:avLst/>
          </a:prstGeom>
          <a:noFill/>
        </p:spPr>
        <p:txBody>
          <a:bodyPr wrap="square">
            <a:spAutoFit/>
          </a:bodyPr>
          <a:lstStyle/>
          <a:p>
            <a:pPr algn="just"/>
            <a:r>
              <a:rPr lang="en-US" sz="2400" b="0" i="0" dirty="0">
                <a:solidFill>
                  <a:srgbClr val="333333"/>
                </a:solidFill>
                <a:effectLst/>
                <a:latin typeface="inter-regular"/>
              </a:rPr>
              <a:t>Product Breakdown Structure (PBS) is a management tool and necessary a part of the project designing. It's a task-oriented system for subdividing a project into product parts. The product breakdown structure describes subtasks or</a:t>
            </a:r>
            <a:r>
              <a:rPr lang="en-US" sz="2400" dirty="0">
                <a:solidFill>
                  <a:srgbClr val="333333"/>
                </a:solidFill>
                <a:latin typeface="inter-regular"/>
              </a:rPr>
              <a:t> </a:t>
            </a:r>
            <a:r>
              <a:rPr lang="en-US" sz="2400" b="0" i="0" dirty="0">
                <a:solidFill>
                  <a:srgbClr val="333333"/>
                </a:solidFill>
                <a:effectLst/>
                <a:latin typeface="inter-regular"/>
              </a:rPr>
              <a:t>work packages and represents the connection between work packages. Within the product breakdown Structure, the project work has diagrammatically pictured with various types of lists. The product breakdown structure is just like the work breakdown structure (WBS).</a:t>
            </a:r>
            <a:endParaRPr lang="en-IN" sz="2400" dirty="0"/>
          </a:p>
        </p:txBody>
      </p:sp>
    </p:spTree>
    <p:extLst>
      <p:ext uri="{BB962C8B-B14F-4D97-AF65-F5344CB8AC3E}">
        <p14:creationId xmlns:p14="http://schemas.microsoft.com/office/powerpoint/2010/main" val="752216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C5E2EE-E114-CB16-6EE2-81017FB431A6}"/>
              </a:ext>
            </a:extLst>
          </p:cNvPr>
          <p:cNvPicPr>
            <a:picLocks noChangeAspect="1"/>
          </p:cNvPicPr>
          <p:nvPr/>
        </p:nvPicPr>
        <p:blipFill>
          <a:blip r:embed="rId2"/>
          <a:stretch>
            <a:fillRect/>
          </a:stretch>
        </p:blipFill>
        <p:spPr>
          <a:xfrm>
            <a:off x="622300" y="1495425"/>
            <a:ext cx="7879763" cy="4023709"/>
          </a:xfrm>
          <a:prstGeom prst="rect">
            <a:avLst/>
          </a:prstGeom>
        </p:spPr>
      </p:pic>
    </p:spTree>
    <p:extLst>
      <p:ext uri="{BB962C8B-B14F-4D97-AF65-F5344CB8AC3E}">
        <p14:creationId xmlns:p14="http://schemas.microsoft.com/office/powerpoint/2010/main" val="1481371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AC88C3-31F4-0760-7AFB-CD667147E8A9}"/>
              </a:ext>
            </a:extLst>
          </p:cNvPr>
          <p:cNvSpPr txBox="1"/>
          <p:nvPr/>
        </p:nvSpPr>
        <p:spPr>
          <a:xfrm>
            <a:off x="774700" y="1952625"/>
            <a:ext cx="7467600" cy="3108543"/>
          </a:xfrm>
          <a:prstGeom prst="rect">
            <a:avLst/>
          </a:prstGeom>
          <a:noFill/>
        </p:spPr>
        <p:txBody>
          <a:bodyPr wrap="square">
            <a:spAutoFit/>
          </a:bodyPr>
          <a:lstStyle/>
          <a:p>
            <a:pPr algn="just"/>
            <a:r>
              <a:rPr lang="en-US" sz="2800" b="0" i="0" dirty="0">
                <a:solidFill>
                  <a:srgbClr val="333333"/>
                </a:solidFill>
                <a:effectLst/>
                <a:latin typeface="inter-regular"/>
              </a:rPr>
              <a:t>It is an important project deliverable that classifies the team's work into flexible segments. "Project Management Body of Knowledge (PMBOK)" is a group of terminology that describes the work breakdown structure as a "deliverable-oriented hierarchical breakdown of the work which is performed by the project team."</a:t>
            </a:r>
            <a:endParaRPr lang="en-IN" sz="2800" dirty="0"/>
          </a:p>
        </p:txBody>
      </p:sp>
    </p:spTree>
    <p:extLst>
      <p:ext uri="{BB962C8B-B14F-4D97-AF65-F5344CB8AC3E}">
        <p14:creationId xmlns:p14="http://schemas.microsoft.com/office/powerpoint/2010/main" val="3390832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B8CC23-9BE1-60C7-3639-1ABE6E1670DF}"/>
              </a:ext>
            </a:extLst>
          </p:cNvPr>
          <p:cNvSpPr txBox="1"/>
          <p:nvPr/>
        </p:nvSpPr>
        <p:spPr>
          <a:xfrm>
            <a:off x="927100" y="1386034"/>
            <a:ext cx="7467600" cy="4832092"/>
          </a:xfrm>
          <a:prstGeom prst="rect">
            <a:avLst/>
          </a:prstGeom>
          <a:noFill/>
        </p:spPr>
        <p:txBody>
          <a:bodyPr wrap="square">
            <a:spAutoFit/>
          </a:bodyPr>
          <a:lstStyle/>
          <a:p>
            <a:pPr algn="just"/>
            <a:r>
              <a:rPr lang="en-US" sz="2200" b="0" i="0" dirty="0">
                <a:solidFill>
                  <a:srgbClr val="333333"/>
                </a:solidFill>
                <a:effectLst/>
                <a:latin typeface="inter-regular"/>
              </a:rPr>
              <a:t>There are two ways to generate a Work Breakdown Structure ? The top-down and The bottom-up approach.</a:t>
            </a:r>
          </a:p>
          <a:p>
            <a:pPr algn="just"/>
            <a:endParaRPr lang="en-US" sz="2200" b="0" i="0" dirty="0">
              <a:solidFill>
                <a:srgbClr val="333333"/>
              </a:solidFill>
              <a:effectLst/>
              <a:latin typeface="inter-regular"/>
            </a:endParaRPr>
          </a:p>
          <a:p>
            <a:pPr algn="just"/>
            <a:r>
              <a:rPr lang="en-US" sz="2200" b="0" i="0" dirty="0">
                <a:solidFill>
                  <a:srgbClr val="333333"/>
                </a:solidFill>
                <a:effectLst/>
                <a:latin typeface="inter-regular"/>
              </a:rPr>
              <a:t>In the </a:t>
            </a:r>
            <a:r>
              <a:rPr lang="en-US" sz="2200" b="1" i="0" dirty="0">
                <a:solidFill>
                  <a:srgbClr val="333333"/>
                </a:solidFill>
                <a:effectLst/>
                <a:latin typeface="inter-bold"/>
              </a:rPr>
              <a:t>top-down approach</a:t>
            </a:r>
            <a:r>
              <a:rPr lang="en-US" sz="2200" b="0" i="0" dirty="0">
                <a:solidFill>
                  <a:srgbClr val="333333"/>
                </a:solidFill>
                <a:effectLst/>
                <a:latin typeface="inter-regular"/>
              </a:rPr>
              <a:t>, the WBS derived by crumbling the overall project into subprojects or lower-level tasks.</a:t>
            </a:r>
          </a:p>
          <a:p>
            <a:pPr algn="just"/>
            <a:r>
              <a:rPr lang="en-US" sz="2200" b="0" i="0" dirty="0">
                <a:solidFill>
                  <a:srgbClr val="333333"/>
                </a:solidFill>
                <a:effectLst/>
                <a:latin typeface="inter-regular"/>
              </a:rPr>
              <a:t>The </a:t>
            </a:r>
            <a:r>
              <a:rPr lang="en-US" sz="2200" b="1" i="0" dirty="0">
                <a:solidFill>
                  <a:srgbClr val="333333"/>
                </a:solidFill>
                <a:effectLst/>
                <a:latin typeface="inter-bold"/>
              </a:rPr>
              <a:t>bottom-up approach</a:t>
            </a:r>
            <a:r>
              <a:rPr lang="en-US" sz="2200" b="0" i="0" dirty="0">
                <a:solidFill>
                  <a:srgbClr val="333333"/>
                </a:solidFill>
                <a:effectLst/>
                <a:latin typeface="inter-regular"/>
              </a:rPr>
              <a:t> is more alike to a brainstorming exercise where team members are asked to make a list of low-level tasks which is required to complete the project.</a:t>
            </a:r>
          </a:p>
          <a:p>
            <a:pPr algn="just"/>
            <a:r>
              <a:rPr lang="en-US" sz="2200" b="0" i="0" dirty="0">
                <a:solidFill>
                  <a:srgbClr val="610B38"/>
                </a:solidFill>
                <a:effectLst/>
                <a:latin typeface="erdana"/>
              </a:rPr>
              <a:t>Resource Histogram</a:t>
            </a:r>
          </a:p>
          <a:p>
            <a:pPr algn="just"/>
            <a:r>
              <a:rPr lang="en-US" sz="2200" b="0" i="0" dirty="0">
                <a:solidFill>
                  <a:srgbClr val="333333"/>
                </a:solidFill>
                <a:effectLst/>
                <a:latin typeface="inter-regular"/>
              </a:rPr>
              <a:t>The resource histogram is precisely a bar chart that used for displaying the amounts of time that a resource is scheduled to be worked on over a prearranged and specific period. Resource histograms can also contain the related feature of resource availability, used for comparison on purposes of contrast.</a:t>
            </a:r>
          </a:p>
        </p:txBody>
      </p:sp>
    </p:spTree>
    <p:extLst>
      <p:ext uri="{BB962C8B-B14F-4D97-AF65-F5344CB8AC3E}">
        <p14:creationId xmlns:p14="http://schemas.microsoft.com/office/powerpoint/2010/main" val="93830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C9B60C-487C-440F-59E4-5A1C08DF49F8}"/>
              </a:ext>
            </a:extLst>
          </p:cNvPr>
          <p:cNvSpPr txBox="1"/>
          <p:nvPr/>
        </p:nvSpPr>
        <p:spPr>
          <a:xfrm>
            <a:off x="1384300" y="2765651"/>
            <a:ext cx="7848600" cy="369332"/>
          </a:xfrm>
          <a:prstGeom prst="rect">
            <a:avLst/>
          </a:prstGeom>
          <a:noFill/>
        </p:spPr>
        <p:txBody>
          <a:bodyPr wrap="square">
            <a:spAutoFit/>
          </a:bodyPr>
          <a:lstStyle/>
          <a:p>
            <a:endParaRPr lang="en-IN" dirty="0"/>
          </a:p>
        </p:txBody>
      </p:sp>
      <p:sp>
        <p:nvSpPr>
          <p:cNvPr id="4" name="TextBox 3">
            <a:extLst>
              <a:ext uri="{FF2B5EF4-FFF2-40B4-BE49-F238E27FC236}">
                <a16:creationId xmlns:a16="http://schemas.microsoft.com/office/drawing/2014/main" id="{43823E1D-9E61-4309-70BB-1AF833C62501}"/>
              </a:ext>
            </a:extLst>
          </p:cNvPr>
          <p:cNvSpPr txBox="1"/>
          <p:nvPr/>
        </p:nvSpPr>
        <p:spPr>
          <a:xfrm>
            <a:off x="1460500" y="1266825"/>
            <a:ext cx="7391400" cy="3970318"/>
          </a:xfrm>
          <a:prstGeom prst="rect">
            <a:avLst/>
          </a:prstGeom>
          <a:noFill/>
        </p:spPr>
        <p:txBody>
          <a:bodyPr wrap="square">
            <a:spAutoFit/>
          </a:bodyPr>
          <a:lstStyle/>
          <a:p>
            <a:pPr algn="just"/>
            <a:r>
              <a:rPr lang="en-US" sz="2800" b="1" i="0" dirty="0">
                <a:solidFill>
                  <a:srgbClr val="610B38"/>
                </a:solidFill>
                <a:effectLst/>
                <a:latin typeface="erdana"/>
              </a:rPr>
              <a:t>Critical Path Analysis</a:t>
            </a:r>
          </a:p>
          <a:p>
            <a:pPr algn="just"/>
            <a:endParaRPr lang="en-US" sz="2800" b="0" i="0" dirty="0">
              <a:solidFill>
                <a:srgbClr val="610B38"/>
              </a:solidFill>
              <a:effectLst/>
              <a:latin typeface="erdana"/>
            </a:endParaRPr>
          </a:p>
          <a:p>
            <a:pPr algn="just"/>
            <a:r>
              <a:rPr lang="en-US" sz="2800" b="0" i="0" dirty="0">
                <a:solidFill>
                  <a:srgbClr val="333333"/>
                </a:solidFill>
                <a:effectLst/>
                <a:latin typeface="inter-regular"/>
              </a:rPr>
              <a:t>Critical path analysis is a technique that is used to categorize the activities which are required to complete a task, as well as classifying the time which is needed to finish each activity and the relationships between the activities. It is also called a critical path method. CPA helps in predicting whether a project will expire on time.</a:t>
            </a:r>
          </a:p>
        </p:txBody>
      </p:sp>
    </p:spTree>
    <p:extLst>
      <p:ext uri="{BB962C8B-B14F-4D97-AF65-F5344CB8AC3E}">
        <p14:creationId xmlns:p14="http://schemas.microsoft.com/office/powerpoint/2010/main" val="2454160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55B250-CB5D-8C50-6C72-754F0B4A6CEE}"/>
              </a:ext>
            </a:extLst>
          </p:cNvPr>
          <p:cNvSpPr txBox="1"/>
          <p:nvPr/>
        </p:nvSpPr>
        <p:spPr>
          <a:xfrm>
            <a:off x="1460500" y="962025"/>
            <a:ext cx="7467600" cy="3970318"/>
          </a:xfrm>
          <a:prstGeom prst="rect">
            <a:avLst/>
          </a:prstGeom>
          <a:noFill/>
        </p:spPr>
        <p:txBody>
          <a:bodyPr wrap="square">
            <a:spAutoFit/>
          </a:bodyPr>
          <a:lstStyle/>
          <a:p>
            <a:pPr algn="just"/>
            <a:r>
              <a:rPr lang="en-US" sz="2800" b="0" i="0" dirty="0">
                <a:solidFill>
                  <a:srgbClr val="333333"/>
                </a:solidFill>
                <a:effectLst/>
                <a:latin typeface="Georgia" panose="02040502050405020303" pitchFamily="18" charset="0"/>
              </a:rPr>
              <a:t>Apart from the above-mentioned, Software Projects are intangible, and managing a software project is more managing interpersonal communication and less about administration. Also, it would be best if you had a highly skilled team of developers, QA, and another stakeholder to develop a software project, unlike making a bridge where skills can be less or more. </a:t>
            </a:r>
            <a:endParaRPr lang="en-IN" sz="2800" dirty="0"/>
          </a:p>
        </p:txBody>
      </p:sp>
    </p:spTree>
    <p:extLst>
      <p:ext uri="{BB962C8B-B14F-4D97-AF65-F5344CB8AC3E}">
        <p14:creationId xmlns:p14="http://schemas.microsoft.com/office/powerpoint/2010/main" val="1293636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10FFDD-0A6F-638F-6495-21DE586073FC}"/>
              </a:ext>
            </a:extLst>
          </p:cNvPr>
          <p:cNvPicPr>
            <a:picLocks noChangeAspect="1"/>
          </p:cNvPicPr>
          <p:nvPr/>
        </p:nvPicPr>
        <p:blipFill>
          <a:blip r:embed="rId2"/>
          <a:stretch>
            <a:fillRect/>
          </a:stretch>
        </p:blipFill>
        <p:spPr>
          <a:xfrm>
            <a:off x="546100" y="809625"/>
            <a:ext cx="8657808" cy="5212281"/>
          </a:xfrm>
          <a:prstGeom prst="rect">
            <a:avLst/>
          </a:prstGeom>
        </p:spPr>
      </p:pic>
    </p:spTree>
    <p:extLst>
      <p:ext uri="{BB962C8B-B14F-4D97-AF65-F5344CB8AC3E}">
        <p14:creationId xmlns:p14="http://schemas.microsoft.com/office/powerpoint/2010/main" val="4040101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2ED831-9AA5-9CE7-6601-FFE9BE709578}"/>
              </a:ext>
            </a:extLst>
          </p:cNvPr>
          <p:cNvPicPr>
            <a:picLocks noChangeAspect="1"/>
          </p:cNvPicPr>
          <p:nvPr/>
        </p:nvPicPr>
        <p:blipFill>
          <a:blip r:embed="rId2"/>
          <a:stretch>
            <a:fillRect/>
          </a:stretch>
        </p:blipFill>
        <p:spPr>
          <a:xfrm>
            <a:off x="850901" y="1266607"/>
            <a:ext cx="7467600" cy="5029636"/>
          </a:xfrm>
          <a:prstGeom prst="rect">
            <a:avLst/>
          </a:prstGeom>
        </p:spPr>
      </p:pic>
    </p:spTree>
    <p:extLst>
      <p:ext uri="{BB962C8B-B14F-4D97-AF65-F5344CB8AC3E}">
        <p14:creationId xmlns:p14="http://schemas.microsoft.com/office/powerpoint/2010/main" val="2175692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38031A-ECA7-B9A1-9BDD-D1B43744C106}"/>
              </a:ext>
            </a:extLst>
          </p:cNvPr>
          <p:cNvSpPr txBox="1"/>
          <p:nvPr/>
        </p:nvSpPr>
        <p:spPr>
          <a:xfrm>
            <a:off x="1231900" y="1663033"/>
            <a:ext cx="6809441" cy="5170646"/>
          </a:xfrm>
          <a:prstGeom prst="rect">
            <a:avLst/>
          </a:prstGeom>
          <a:noFill/>
        </p:spPr>
        <p:txBody>
          <a:bodyPr wrap="square">
            <a:spAutoFit/>
          </a:bodyPr>
          <a:lstStyle/>
          <a:p>
            <a:pPr algn="just"/>
            <a:r>
              <a:rPr lang="en-US" sz="2200" b="0" i="0" dirty="0">
                <a:solidFill>
                  <a:srgbClr val="333333"/>
                </a:solidFill>
                <a:effectLst/>
                <a:latin typeface="Georgia" panose="02040502050405020303" pitchFamily="18" charset="0"/>
              </a:rPr>
              <a:t>Many techniques of general project management also apply to Software Project Management. </a:t>
            </a:r>
            <a:r>
              <a:rPr lang="en-US" sz="2200" b="1" i="0" dirty="0">
                <a:solidFill>
                  <a:srgbClr val="333333"/>
                </a:solidFill>
                <a:effectLst/>
                <a:latin typeface="Georgia" panose="02040502050405020303" pitchFamily="18" charset="0"/>
              </a:rPr>
              <a:t>Fred Brooks </a:t>
            </a:r>
            <a:r>
              <a:rPr lang="en-US" sz="2200" b="0" i="0" dirty="0">
                <a:solidFill>
                  <a:srgbClr val="333333"/>
                </a:solidFill>
                <a:effectLst/>
                <a:latin typeface="Georgia" panose="02040502050405020303" pitchFamily="18" charset="0"/>
              </a:rPr>
              <a:t>identified some characteristics of software projects which make them particularly difficult:</a:t>
            </a:r>
          </a:p>
          <a:p>
            <a:pPr algn="just"/>
            <a:r>
              <a:rPr lang="en-US" sz="2200" b="0" i="0" dirty="0">
                <a:solidFill>
                  <a:srgbClr val="333333"/>
                </a:solidFill>
                <a:effectLst/>
                <a:latin typeface="Georgia" panose="02040502050405020303" pitchFamily="18" charset="0"/>
              </a:rPr>
              <a:t> </a:t>
            </a:r>
            <a:r>
              <a:rPr lang="en-US" sz="2200" b="1" i="0" dirty="0">
                <a:solidFill>
                  <a:srgbClr val="333333"/>
                </a:solidFill>
                <a:effectLst/>
                <a:latin typeface="Georgia" panose="02040502050405020303" pitchFamily="18" charset="0"/>
              </a:rPr>
              <a:t>Invisibility</a:t>
            </a:r>
          </a:p>
          <a:p>
            <a:pPr algn="just"/>
            <a:r>
              <a:rPr lang="en-US" sz="2200" b="0" i="0" dirty="0">
                <a:solidFill>
                  <a:srgbClr val="333333"/>
                </a:solidFill>
                <a:effectLst/>
                <a:latin typeface="Georgia" panose="02040502050405020303" pitchFamily="18" charset="0"/>
              </a:rPr>
              <a:t>With Software, progress is not immediately visible since work is logical; however, for physical artifacts like bridges, work progress can be seen from time to time. In Software Development, there is a level of uncertainty.</a:t>
            </a:r>
          </a:p>
          <a:p>
            <a:pPr algn="just"/>
            <a:r>
              <a:rPr lang="en-US" sz="2200" b="0" i="0" dirty="0">
                <a:solidFill>
                  <a:srgbClr val="333333"/>
                </a:solidFill>
                <a:effectLst/>
                <a:latin typeface="Georgia" panose="02040502050405020303" pitchFamily="18" charset="0"/>
              </a:rPr>
              <a:t>It isn't easy to accurately define detailed requirements for software projects before starting the development. However, with the introduction of approaches like Agile and Scrum, we can overcome this limitation.</a:t>
            </a:r>
          </a:p>
        </p:txBody>
      </p:sp>
      <p:sp>
        <p:nvSpPr>
          <p:cNvPr id="4" name="TextBox 3">
            <a:extLst>
              <a:ext uri="{FF2B5EF4-FFF2-40B4-BE49-F238E27FC236}">
                <a16:creationId xmlns:a16="http://schemas.microsoft.com/office/drawing/2014/main" id="{14D2B393-4D7A-B37F-8879-868202F0C05E}"/>
              </a:ext>
            </a:extLst>
          </p:cNvPr>
          <p:cNvSpPr txBox="1"/>
          <p:nvPr/>
        </p:nvSpPr>
        <p:spPr>
          <a:xfrm>
            <a:off x="850900" y="657225"/>
            <a:ext cx="7190441" cy="369332"/>
          </a:xfrm>
          <a:prstGeom prst="rect">
            <a:avLst/>
          </a:prstGeom>
          <a:noFill/>
        </p:spPr>
        <p:txBody>
          <a:bodyPr wrap="square" rtlCol="0">
            <a:spAutoFit/>
          </a:bodyPr>
          <a:lstStyle/>
          <a:p>
            <a:r>
              <a:rPr lang="en-IN" dirty="0"/>
              <a:t>Software project      vs       other types of project</a:t>
            </a:r>
          </a:p>
        </p:txBody>
      </p:sp>
    </p:spTree>
    <p:extLst>
      <p:ext uri="{BB962C8B-B14F-4D97-AF65-F5344CB8AC3E}">
        <p14:creationId xmlns:p14="http://schemas.microsoft.com/office/powerpoint/2010/main" val="1622672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3A1124-861F-2FFD-5F7F-D757059EC56C}"/>
              </a:ext>
            </a:extLst>
          </p:cNvPr>
          <p:cNvSpPr txBox="1"/>
          <p:nvPr/>
        </p:nvSpPr>
        <p:spPr>
          <a:xfrm>
            <a:off x="1308100" y="1386034"/>
            <a:ext cx="7620000" cy="5509200"/>
          </a:xfrm>
          <a:prstGeom prst="rect">
            <a:avLst/>
          </a:prstGeom>
          <a:noFill/>
        </p:spPr>
        <p:txBody>
          <a:bodyPr wrap="square">
            <a:spAutoFit/>
          </a:bodyPr>
          <a:lstStyle/>
          <a:p>
            <a:pPr algn="just"/>
            <a:r>
              <a:rPr lang="en-US" sz="2200" b="1" i="0" dirty="0">
                <a:solidFill>
                  <a:srgbClr val="333333"/>
                </a:solidFill>
                <a:effectLst/>
                <a:latin typeface="Georgia" panose="02040502050405020303" pitchFamily="18" charset="0"/>
              </a:rPr>
              <a:t>Complexity</a:t>
            </a:r>
          </a:p>
          <a:p>
            <a:pPr algn="just"/>
            <a:r>
              <a:rPr lang="en-US" sz="2200" b="0" i="0" dirty="0">
                <a:solidFill>
                  <a:srgbClr val="333333"/>
                </a:solidFill>
                <a:effectLst/>
                <a:latin typeface="Georgia" panose="02040502050405020303" pitchFamily="18" charset="0"/>
              </a:rPr>
              <a:t>Software projects contain more complexity than other engineered artifacts. For example, in a bridge, there is a clear structural relationship between parts, whereas software component relationships are much more complicated. We can't measure the complexity of a software project until we work on it.</a:t>
            </a:r>
          </a:p>
          <a:p>
            <a:pPr algn="just"/>
            <a:r>
              <a:rPr lang="en-US" sz="2200" b="1" i="0" dirty="0">
                <a:solidFill>
                  <a:srgbClr val="333333"/>
                </a:solidFill>
                <a:effectLst/>
                <a:latin typeface="Georgia" panose="02040502050405020303" pitchFamily="18" charset="0"/>
              </a:rPr>
              <a:t>Conformity</a:t>
            </a:r>
          </a:p>
          <a:p>
            <a:pPr algn="just"/>
            <a:r>
              <a:rPr lang="en-US" sz="2200" b="0" i="0" dirty="0">
                <a:solidFill>
                  <a:srgbClr val="333333"/>
                </a:solidFill>
                <a:effectLst/>
                <a:latin typeface="Georgia" panose="02040502050405020303" pitchFamily="18" charset="0"/>
              </a:rPr>
              <a:t>Physical systems are governed by consistent physical law, while Software developers have to conform to the requirements of human clients.</a:t>
            </a:r>
          </a:p>
          <a:p>
            <a:pPr algn="just"/>
            <a:r>
              <a:rPr lang="en-US" sz="2200" b="1" i="0" dirty="0">
                <a:solidFill>
                  <a:srgbClr val="333333"/>
                </a:solidFill>
                <a:effectLst/>
                <a:latin typeface="Georgia" panose="02040502050405020303" pitchFamily="18" charset="0"/>
              </a:rPr>
              <a:t>Flexibility</a:t>
            </a:r>
          </a:p>
          <a:p>
            <a:pPr algn="just"/>
            <a:r>
              <a:rPr lang="en-US" sz="2200" b="0" i="0" dirty="0">
                <a:solidFill>
                  <a:srgbClr val="333333"/>
                </a:solidFill>
                <a:effectLst/>
                <a:latin typeface="Georgia" panose="02040502050405020303" pitchFamily="18" charset="0"/>
              </a:rPr>
              <a:t>Software systems are particularly subject to change. A bridge has to be built in a specific order, whereas We can make Software much more flexibly and restructure parts quite freely.</a:t>
            </a:r>
          </a:p>
        </p:txBody>
      </p:sp>
    </p:spTree>
    <p:extLst>
      <p:ext uri="{BB962C8B-B14F-4D97-AF65-F5344CB8AC3E}">
        <p14:creationId xmlns:p14="http://schemas.microsoft.com/office/powerpoint/2010/main" val="13425077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173</TotalTime>
  <Words>933</Words>
  <Application>Microsoft Office PowerPoint</Application>
  <PresentationFormat>Custom</PresentationFormat>
  <Paragraphs>39</Paragraphs>
  <Slides>15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Arial</vt:lpstr>
      <vt:lpstr>erdana</vt:lpstr>
      <vt:lpstr>Georgia</vt:lpstr>
      <vt:lpstr>inter-bold</vt:lpstr>
      <vt:lpstr>inter-regular</vt:lpstr>
      <vt:lpstr>Nunito</vt:lpstr>
      <vt:lpstr>Open Sans</vt:lpstr>
      <vt:lpstr>Palatino Linotype</vt:lpstr>
      <vt:lpstr>Times New Roman</vt:lpstr>
      <vt:lpstr>Trebuchet MS</vt:lpstr>
      <vt:lpstr>Wingdings 3</vt:lpstr>
      <vt:lpstr>Facet</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CSE 3001-introduction</dc:title>
  <dc:creator>DELL</dc:creator>
  <cp:lastModifiedBy>Anto S</cp:lastModifiedBy>
  <cp:revision>29</cp:revision>
  <dcterms:created xsi:type="dcterms:W3CDTF">2024-01-02T14:45:04Z</dcterms:created>
  <dcterms:modified xsi:type="dcterms:W3CDTF">2025-12-11T11:09:58Z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2022-07-21T00:00:00Z</vt:filetime>
  </property>
  <property fmtid="{D5CDD505-2E9C-101B-9397-08002B2CF9AE}" pid="3" name="LastSaved">
    <vt:filetime>2024-01-02T00:00:00Z</vt:filetime>
  </property>
</Properties>
</file>